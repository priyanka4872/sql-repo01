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99309-8224-2742-18D6-784A39731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9F96-22BA-8289-DABD-CCDAFC070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608A-1B14-EF0B-AA6D-83DF7FCB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6E62-D4F2-2D1B-96EA-CC68BE5A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C579B-5672-B916-EEE0-CE89C89E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49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2CC4-6871-CE66-41B9-08E4C1CD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A0833-D000-562C-7A2B-0C3C1071B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C58A-6DA8-5277-ECE5-C5EEB53EE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78274-4FFA-2092-257C-A72F2090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90860-8180-3659-38CB-3791AF38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90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742E-4F46-FE06-EB19-52B15F67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66A6-24B5-B61B-C538-84560C0C1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D4566-7810-D72E-EDF0-0F28B519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0445B-71C6-5B87-3F26-90A09167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1EFB-1A61-1675-5B08-235A1E5B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8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2DC2-2BCF-F5AA-7D02-3AAE1627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697A-14AF-985F-70BB-788A5BCAE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6E01F-84FC-4C6F-2374-3A3E322F8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44E0C-0E2A-D8A1-1264-5CF851C9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5730F-875B-4811-1B5C-FD7AA77C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8B183-B9C0-572F-AAE9-7D9635D8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67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4B95-A052-3BD8-1867-064ED3AC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D7BD1-261D-9436-91D6-4317D43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933E5-3072-FC68-E7C7-CA1FF9DA0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D61C2-6752-E339-6C84-34DF757DA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CB07C-7763-00DA-A091-DF485F497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DFE32-3643-1A99-1790-9303FED8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4B711-3861-364E-02DF-E5859F50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244F1-FBF3-0B4B-182C-C7A116E0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32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08C2-E539-02C0-06CA-FE956F94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F8D55-DD49-BB87-38E2-4DFD06A6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C14B8-FE8D-013B-D020-F7D02470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DB03B-0B44-ADAF-87DA-9DA6F599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2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E17F2-AB5C-E3CD-BE05-64788365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4677A-E6C4-7EE7-5959-131CA681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A2A18-168F-63C8-6093-8CA4ACCA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45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713A-90CB-646E-FB38-DA39F1CD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ABBA-C053-6FD3-66B7-9022546E1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0D95F-3610-51B0-371D-EDFE2DF93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BA456-CEEE-8847-111F-03BFF851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BC656-D256-2D92-4A4C-CEB9E79F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1D39A-0E41-F36B-188A-2799F398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72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F939-FE17-A7A8-D553-01463779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BE1A5-FD4F-FF6A-3192-42DF9E754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94868-0996-2A75-8B05-9E51E8C1E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B6901-B566-9AE6-E7E7-29322627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FD7EF-306C-D624-B488-8CA36765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588CD-C0D8-FED9-4999-840F9DCA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0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2FAE-F602-F5D7-87B5-ACC7B177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C8034-5244-9472-9FB3-311B5C378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D1F4-C354-F5C3-C331-D007AE38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1EE3-317A-6FF8-E0DD-1715ECBB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A79FC-1E12-AAE2-8D6E-6AA4B8E0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23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F3CA9-CF15-0158-EDE5-646F29CF9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509F-E314-C18C-EC7B-CFB868584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9A818-EBFE-F479-1B4F-A4DF6942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1354D-0B8A-4E18-5677-02A5151B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437A-7D26-35E4-7DCD-F0E5BB62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53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707C1-6AB8-E126-6B4D-888F25A7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407D7-D31F-EE45-78DE-EC481F209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0A95-D812-6698-FCF6-BF8020277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D137E-EDFB-4BD4-A2E9-D7D94B3CDE2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4C6E-991B-4D55-C6FE-F9B9DA465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A80EF-09F4-F01D-0927-FACC2EC85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12C7-498E-46F6-BC4C-441D63DE4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24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is may contain: a black background with squares and lines">
            <a:extLst>
              <a:ext uri="{FF2B5EF4-FFF2-40B4-BE49-F238E27FC236}">
                <a16:creationId xmlns:a16="http://schemas.microsoft.com/office/drawing/2014/main" id="{619E2D6D-8E7C-7433-D92C-E14731750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 b="10122"/>
          <a:stretch>
            <a:fillRect/>
          </a:stretch>
        </p:blipFill>
        <p:spPr bwMode="auto">
          <a:xfrm>
            <a:off x="0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1D619B9-07D6-2DB4-018C-EC0A5B0A5545}"/>
              </a:ext>
            </a:extLst>
          </p:cNvPr>
          <p:cNvSpPr/>
          <p:nvPr/>
        </p:nvSpPr>
        <p:spPr>
          <a:xfrm>
            <a:off x="1954423" y="0"/>
            <a:ext cx="9118996" cy="6858000"/>
          </a:xfrm>
          <a:custGeom>
            <a:avLst/>
            <a:gdLst/>
            <a:ahLst/>
            <a:cxnLst/>
            <a:rect l="l" t="t" r="r" b="b"/>
            <a:pathLst>
              <a:path w="9118996" h="6858000">
                <a:moveTo>
                  <a:pt x="4031456" y="3238919"/>
                </a:moveTo>
                <a:cubicBezTo>
                  <a:pt x="4021137" y="3246460"/>
                  <a:pt x="4012902" y="3253703"/>
                  <a:pt x="4006750" y="3260648"/>
                </a:cubicBezTo>
                <a:cubicBezTo>
                  <a:pt x="4000599" y="3267594"/>
                  <a:pt x="3995638" y="3274241"/>
                  <a:pt x="3991868" y="3280591"/>
                </a:cubicBezTo>
                <a:cubicBezTo>
                  <a:pt x="3988097" y="3286941"/>
                  <a:pt x="3985617" y="3293093"/>
                  <a:pt x="3984426" y="3299046"/>
                </a:cubicBezTo>
                <a:cubicBezTo>
                  <a:pt x="3983236" y="3304999"/>
                  <a:pt x="3982640" y="3311151"/>
                  <a:pt x="3982640" y="3317501"/>
                </a:cubicBezTo>
                <a:cubicBezTo>
                  <a:pt x="3982640" y="3337344"/>
                  <a:pt x="3992661" y="3352426"/>
                  <a:pt x="4012704" y="3362744"/>
                </a:cubicBezTo>
                <a:cubicBezTo>
                  <a:pt x="4032746" y="3373063"/>
                  <a:pt x="4061023" y="3378223"/>
                  <a:pt x="4097535" y="3378223"/>
                </a:cubicBezTo>
                <a:cubicBezTo>
                  <a:pt x="4120157" y="3378223"/>
                  <a:pt x="4139207" y="3375941"/>
                  <a:pt x="4154685" y="3371377"/>
                </a:cubicBezTo>
                <a:cubicBezTo>
                  <a:pt x="4170164" y="3366812"/>
                  <a:pt x="4182665" y="3360760"/>
                  <a:pt x="4192190" y="3353220"/>
                </a:cubicBezTo>
                <a:cubicBezTo>
                  <a:pt x="4201715" y="3345679"/>
                  <a:pt x="4208462" y="3337245"/>
                  <a:pt x="4212431" y="3327919"/>
                </a:cubicBezTo>
                <a:cubicBezTo>
                  <a:pt x="4216399" y="3318592"/>
                  <a:pt x="4218384" y="3308769"/>
                  <a:pt x="4218384" y="3298451"/>
                </a:cubicBezTo>
                <a:cubicBezTo>
                  <a:pt x="4218384" y="3280591"/>
                  <a:pt x="4211240" y="3266899"/>
                  <a:pt x="4196953" y="3257374"/>
                </a:cubicBezTo>
                <a:cubicBezTo>
                  <a:pt x="4182665" y="3247849"/>
                  <a:pt x="4163020" y="3242690"/>
                  <a:pt x="4138017" y="3241896"/>
                </a:cubicBezTo>
                <a:close/>
                <a:moveTo>
                  <a:pt x="6731793" y="2796602"/>
                </a:moveTo>
                <a:cubicBezTo>
                  <a:pt x="6756797" y="2796602"/>
                  <a:pt x="6777533" y="2801166"/>
                  <a:pt x="6794003" y="2810294"/>
                </a:cubicBezTo>
                <a:cubicBezTo>
                  <a:pt x="6810474" y="2819422"/>
                  <a:pt x="6823670" y="2832122"/>
                  <a:pt x="6833591" y="2848394"/>
                </a:cubicBezTo>
                <a:cubicBezTo>
                  <a:pt x="6843514" y="2864666"/>
                  <a:pt x="6850558" y="2883815"/>
                  <a:pt x="6854725" y="2905842"/>
                </a:cubicBezTo>
                <a:cubicBezTo>
                  <a:pt x="6858893" y="2927869"/>
                  <a:pt x="6860976" y="2951979"/>
                  <a:pt x="6860976" y="2978172"/>
                </a:cubicBezTo>
                <a:cubicBezTo>
                  <a:pt x="6860976" y="3006351"/>
                  <a:pt x="6858397" y="3031453"/>
                  <a:pt x="6853237" y="3053480"/>
                </a:cubicBezTo>
                <a:cubicBezTo>
                  <a:pt x="6848078" y="3075506"/>
                  <a:pt x="6840140" y="3094258"/>
                  <a:pt x="6829425" y="3109737"/>
                </a:cubicBezTo>
                <a:cubicBezTo>
                  <a:pt x="6818709" y="3125215"/>
                  <a:pt x="6805017" y="3137022"/>
                  <a:pt x="6788348" y="3145158"/>
                </a:cubicBezTo>
                <a:cubicBezTo>
                  <a:pt x="6771679" y="3153294"/>
                  <a:pt x="6752034" y="3157362"/>
                  <a:pt x="6729412" y="3157362"/>
                </a:cubicBezTo>
                <a:cubicBezTo>
                  <a:pt x="6704806" y="3157362"/>
                  <a:pt x="6684169" y="3152897"/>
                  <a:pt x="6667499" y="3143967"/>
                </a:cubicBezTo>
                <a:cubicBezTo>
                  <a:pt x="6650831" y="3135037"/>
                  <a:pt x="6637635" y="3122437"/>
                  <a:pt x="6627911" y="3106165"/>
                </a:cubicBezTo>
                <a:cubicBezTo>
                  <a:pt x="6618188" y="3089893"/>
                  <a:pt x="6611143" y="3070744"/>
                  <a:pt x="6606777" y="3048717"/>
                </a:cubicBezTo>
                <a:cubicBezTo>
                  <a:pt x="6602412" y="3026691"/>
                  <a:pt x="6600229" y="3002580"/>
                  <a:pt x="6600229" y="2976387"/>
                </a:cubicBezTo>
                <a:cubicBezTo>
                  <a:pt x="6600229" y="2948208"/>
                  <a:pt x="6602908" y="2923106"/>
                  <a:pt x="6608266" y="2901080"/>
                </a:cubicBezTo>
                <a:cubicBezTo>
                  <a:pt x="6613623" y="2879053"/>
                  <a:pt x="6621661" y="2860202"/>
                  <a:pt x="6632376" y="2844525"/>
                </a:cubicBezTo>
                <a:cubicBezTo>
                  <a:pt x="6643091" y="2828848"/>
                  <a:pt x="6656784" y="2816942"/>
                  <a:pt x="6673453" y="2808806"/>
                </a:cubicBezTo>
                <a:cubicBezTo>
                  <a:pt x="6690121" y="2800670"/>
                  <a:pt x="6709569" y="2796602"/>
                  <a:pt x="6731793" y="2796602"/>
                </a:cubicBezTo>
                <a:close/>
                <a:moveTo>
                  <a:pt x="7886104" y="2784101"/>
                </a:moveTo>
                <a:cubicBezTo>
                  <a:pt x="7867054" y="2784101"/>
                  <a:pt x="7850485" y="2787672"/>
                  <a:pt x="7836395" y="2794816"/>
                </a:cubicBezTo>
                <a:cubicBezTo>
                  <a:pt x="7822307" y="2801960"/>
                  <a:pt x="7810599" y="2811584"/>
                  <a:pt x="7801272" y="2823689"/>
                </a:cubicBezTo>
                <a:cubicBezTo>
                  <a:pt x="7791946" y="2835794"/>
                  <a:pt x="7784802" y="2850081"/>
                  <a:pt x="7779841" y="2866552"/>
                </a:cubicBezTo>
                <a:cubicBezTo>
                  <a:pt x="7774880" y="2883022"/>
                  <a:pt x="7772003" y="2900583"/>
                  <a:pt x="7771209" y="2919237"/>
                </a:cubicBezTo>
                <a:lnTo>
                  <a:pt x="7995047" y="2919237"/>
                </a:lnTo>
                <a:cubicBezTo>
                  <a:pt x="7996237" y="2877168"/>
                  <a:pt x="7987804" y="2844128"/>
                  <a:pt x="7969745" y="2820117"/>
                </a:cubicBezTo>
                <a:cubicBezTo>
                  <a:pt x="7951688" y="2796106"/>
                  <a:pt x="7923807" y="2784101"/>
                  <a:pt x="7886104" y="2784101"/>
                </a:cubicBezTo>
                <a:close/>
                <a:moveTo>
                  <a:pt x="4092178" y="2784101"/>
                </a:moveTo>
                <a:cubicBezTo>
                  <a:pt x="4077493" y="2784101"/>
                  <a:pt x="4064595" y="2786581"/>
                  <a:pt x="4053482" y="2791542"/>
                </a:cubicBezTo>
                <a:cubicBezTo>
                  <a:pt x="4042370" y="2796503"/>
                  <a:pt x="4033142" y="2803250"/>
                  <a:pt x="4025800" y="2811783"/>
                </a:cubicBezTo>
                <a:cubicBezTo>
                  <a:pt x="4018458" y="2820315"/>
                  <a:pt x="4013001" y="2830237"/>
                  <a:pt x="4009429" y="2841548"/>
                </a:cubicBezTo>
                <a:cubicBezTo>
                  <a:pt x="4005857" y="2852859"/>
                  <a:pt x="4004072" y="2864666"/>
                  <a:pt x="4004072" y="2876970"/>
                </a:cubicBezTo>
                <a:cubicBezTo>
                  <a:pt x="4004072" y="2903957"/>
                  <a:pt x="4012009" y="2925289"/>
                  <a:pt x="4027884" y="2940966"/>
                </a:cubicBezTo>
                <a:cubicBezTo>
                  <a:pt x="4043759" y="2956642"/>
                  <a:pt x="4065785" y="2964480"/>
                  <a:pt x="4093964" y="2964480"/>
                </a:cubicBezTo>
                <a:cubicBezTo>
                  <a:pt x="4109045" y="2964480"/>
                  <a:pt x="4122142" y="2962099"/>
                  <a:pt x="4133254" y="2957337"/>
                </a:cubicBezTo>
                <a:cubicBezTo>
                  <a:pt x="4144367" y="2952574"/>
                  <a:pt x="4153594" y="2946026"/>
                  <a:pt x="4160936" y="2937691"/>
                </a:cubicBezTo>
                <a:cubicBezTo>
                  <a:pt x="4168279" y="2929357"/>
                  <a:pt x="4173835" y="2919733"/>
                  <a:pt x="4177605" y="2908819"/>
                </a:cubicBezTo>
                <a:cubicBezTo>
                  <a:pt x="4181375" y="2897905"/>
                  <a:pt x="4183260" y="2886494"/>
                  <a:pt x="4183260" y="2874588"/>
                </a:cubicBezTo>
                <a:cubicBezTo>
                  <a:pt x="4183260" y="2846013"/>
                  <a:pt x="4175323" y="2823788"/>
                  <a:pt x="4159448" y="2807913"/>
                </a:cubicBezTo>
                <a:cubicBezTo>
                  <a:pt x="4143573" y="2792038"/>
                  <a:pt x="4121149" y="2784101"/>
                  <a:pt x="4092178" y="2784101"/>
                </a:cubicBezTo>
                <a:close/>
                <a:moveTo>
                  <a:pt x="2742604" y="2784101"/>
                </a:moveTo>
                <a:cubicBezTo>
                  <a:pt x="2723554" y="2784101"/>
                  <a:pt x="2706985" y="2787672"/>
                  <a:pt x="2692896" y="2794816"/>
                </a:cubicBezTo>
                <a:cubicBezTo>
                  <a:pt x="2678807" y="2801960"/>
                  <a:pt x="2667099" y="2811584"/>
                  <a:pt x="2657772" y="2823689"/>
                </a:cubicBezTo>
                <a:cubicBezTo>
                  <a:pt x="2648446" y="2835794"/>
                  <a:pt x="2641302" y="2850081"/>
                  <a:pt x="2636341" y="2866552"/>
                </a:cubicBezTo>
                <a:cubicBezTo>
                  <a:pt x="2631380" y="2883022"/>
                  <a:pt x="2628503" y="2900583"/>
                  <a:pt x="2627709" y="2919237"/>
                </a:cubicBezTo>
                <a:lnTo>
                  <a:pt x="2851547" y="2919237"/>
                </a:lnTo>
                <a:cubicBezTo>
                  <a:pt x="2852737" y="2877168"/>
                  <a:pt x="2844304" y="2844128"/>
                  <a:pt x="2826246" y="2820117"/>
                </a:cubicBezTo>
                <a:cubicBezTo>
                  <a:pt x="2808188" y="2796106"/>
                  <a:pt x="2780308" y="2784101"/>
                  <a:pt x="2742604" y="2784101"/>
                </a:cubicBezTo>
                <a:close/>
                <a:moveTo>
                  <a:pt x="3676650" y="2688255"/>
                </a:moveTo>
                <a:cubicBezTo>
                  <a:pt x="3691334" y="2688255"/>
                  <a:pt x="3703439" y="2688851"/>
                  <a:pt x="3712964" y="2690041"/>
                </a:cubicBezTo>
                <a:cubicBezTo>
                  <a:pt x="3722489" y="2691232"/>
                  <a:pt x="3730128" y="2692919"/>
                  <a:pt x="3735883" y="2695101"/>
                </a:cubicBezTo>
                <a:cubicBezTo>
                  <a:pt x="3741638" y="2697284"/>
                  <a:pt x="3745706" y="2699864"/>
                  <a:pt x="3748087" y="2702840"/>
                </a:cubicBezTo>
                <a:cubicBezTo>
                  <a:pt x="3750468" y="2705817"/>
                  <a:pt x="3751659" y="2709290"/>
                  <a:pt x="3751659" y="2713258"/>
                </a:cubicBezTo>
                <a:lnTo>
                  <a:pt x="3751659" y="3243087"/>
                </a:lnTo>
                <a:cubicBezTo>
                  <a:pt x="3751659" y="3247055"/>
                  <a:pt x="3750468" y="3250528"/>
                  <a:pt x="3748087" y="3253505"/>
                </a:cubicBezTo>
                <a:cubicBezTo>
                  <a:pt x="3745706" y="3256481"/>
                  <a:pt x="3741638" y="3258962"/>
                  <a:pt x="3735883" y="3260946"/>
                </a:cubicBezTo>
                <a:cubicBezTo>
                  <a:pt x="3730128" y="3262930"/>
                  <a:pt x="3722489" y="3264419"/>
                  <a:pt x="3712964" y="3265411"/>
                </a:cubicBezTo>
                <a:cubicBezTo>
                  <a:pt x="3703439" y="3266403"/>
                  <a:pt x="3691334" y="3266899"/>
                  <a:pt x="3676650" y="3266899"/>
                </a:cubicBezTo>
                <a:cubicBezTo>
                  <a:pt x="3661965" y="3266899"/>
                  <a:pt x="3649861" y="3266403"/>
                  <a:pt x="3640336" y="3265411"/>
                </a:cubicBezTo>
                <a:cubicBezTo>
                  <a:pt x="3630811" y="3264419"/>
                  <a:pt x="3623171" y="3262930"/>
                  <a:pt x="3617416" y="3260946"/>
                </a:cubicBezTo>
                <a:cubicBezTo>
                  <a:pt x="3611661" y="3258962"/>
                  <a:pt x="3607593" y="3256481"/>
                  <a:pt x="3605212" y="3253505"/>
                </a:cubicBezTo>
                <a:cubicBezTo>
                  <a:pt x="3602831" y="3250528"/>
                  <a:pt x="3601640" y="3247055"/>
                  <a:pt x="3601640" y="3243087"/>
                </a:cubicBezTo>
                <a:lnTo>
                  <a:pt x="3601640" y="2713258"/>
                </a:lnTo>
                <a:cubicBezTo>
                  <a:pt x="3601640" y="2709290"/>
                  <a:pt x="3602831" y="2705817"/>
                  <a:pt x="3605212" y="2702840"/>
                </a:cubicBezTo>
                <a:cubicBezTo>
                  <a:pt x="3607593" y="2699864"/>
                  <a:pt x="3611661" y="2697284"/>
                  <a:pt x="3617416" y="2695101"/>
                </a:cubicBezTo>
                <a:cubicBezTo>
                  <a:pt x="3623171" y="2692919"/>
                  <a:pt x="3630811" y="2691232"/>
                  <a:pt x="3640336" y="2690041"/>
                </a:cubicBezTo>
                <a:cubicBezTo>
                  <a:pt x="3649861" y="2688851"/>
                  <a:pt x="3661965" y="2688255"/>
                  <a:pt x="3676650" y="2688255"/>
                </a:cubicBezTo>
                <a:close/>
                <a:moveTo>
                  <a:pt x="4093964" y="2680516"/>
                </a:moveTo>
                <a:cubicBezTo>
                  <a:pt x="4110632" y="2680516"/>
                  <a:pt x="4126607" y="2681508"/>
                  <a:pt x="4141886" y="2683493"/>
                </a:cubicBezTo>
                <a:cubicBezTo>
                  <a:pt x="4157166" y="2685477"/>
                  <a:pt x="4171354" y="2688255"/>
                  <a:pt x="4184451" y="2691827"/>
                </a:cubicBezTo>
                <a:lnTo>
                  <a:pt x="4352925" y="2691827"/>
                </a:lnTo>
                <a:cubicBezTo>
                  <a:pt x="4359672" y="2691827"/>
                  <a:pt x="4365128" y="2696193"/>
                  <a:pt x="4369296" y="2704924"/>
                </a:cubicBezTo>
                <a:cubicBezTo>
                  <a:pt x="4373463" y="2713655"/>
                  <a:pt x="4375546" y="2728340"/>
                  <a:pt x="4375546" y="2748977"/>
                </a:cubicBezTo>
                <a:cubicBezTo>
                  <a:pt x="4375546" y="2768027"/>
                  <a:pt x="4373364" y="2782116"/>
                  <a:pt x="4368998" y="2791244"/>
                </a:cubicBezTo>
                <a:cubicBezTo>
                  <a:pt x="4364632" y="2800372"/>
                  <a:pt x="4359274" y="2804937"/>
                  <a:pt x="4352925" y="2804937"/>
                </a:cubicBezTo>
                <a:lnTo>
                  <a:pt x="4290417" y="2804937"/>
                </a:lnTo>
                <a:cubicBezTo>
                  <a:pt x="4299148" y="2814462"/>
                  <a:pt x="4305399" y="2825277"/>
                  <a:pt x="4309169" y="2837381"/>
                </a:cubicBezTo>
                <a:cubicBezTo>
                  <a:pt x="4312939" y="2849486"/>
                  <a:pt x="4314825" y="2862087"/>
                  <a:pt x="4314825" y="2875183"/>
                </a:cubicBezTo>
                <a:cubicBezTo>
                  <a:pt x="4314825" y="2906140"/>
                  <a:pt x="4309665" y="2933623"/>
                  <a:pt x="4299346" y="2957634"/>
                </a:cubicBezTo>
                <a:cubicBezTo>
                  <a:pt x="4289028" y="2981645"/>
                  <a:pt x="4274244" y="3001886"/>
                  <a:pt x="4254996" y="3018356"/>
                </a:cubicBezTo>
                <a:cubicBezTo>
                  <a:pt x="4235747" y="3034826"/>
                  <a:pt x="4212530" y="3047328"/>
                  <a:pt x="4185344" y="3055861"/>
                </a:cubicBezTo>
                <a:cubicBezTo>
                  <a:pt x="4158158" y="3064394"/>
                  <a:pt x="4127896" y="3068660"/>
                  <a:pt x="4094559" y="3068660"/>
                </a:cubicBezTo>
                <a:cubicBezTo>
                  <a:pt x="4077493" y="3068660"/>
                  <a:pt x="4061221" y="3066576"/>
                  <a:pt x="4045743" y="3062409"/>
                </a:cubicBezTo>
                <a:cubicBezTo>
                  <a:pt x="4030265" y="3058242"/>
                  <a:pt x="4018359" y="3053380"/>
                  <a:pt x="4010025" y="3047824"/>
                </a:cubicBezTo>
                <a:cubicBezTo>
                  <a:pt x="4005262" y="3052983"/>
                  <a:pt x="4000996" y="3059135"/>
                  <a:pt x="3997225" y="3066279"/>
                </a:cubicBezTo>
                <a:cubicBezTo>
                  <a:pt x="3993455" y="3073422"/>
                  <a:pt x="3991570" y="3081360"/>
                  <a:pt x="3991570" y="3090091"/>
                </a:cubicBezTo>
                <a:cubicBezTo>
                  <a:pt x="3991570" y="3101601"/>
                  <a:pt x="3996630" y="3111026"/>
                  <a:pt x="4006750" y="3118369"/>
                </a:cubicBezTo>
                <a:cubicBezTo>
                  <a:pt x="4016871" y="3125711"/>
                  <a:pt x="4031059" y="3129779"/>
                  <a:pt x="4049315" y="3130573"/>
                </a:cubicBezTo>
                <a:lnTo>
                  <a:pt x="4178498" y="3135335"/>
                </a:lnTo>
                <a:cubicBezTo>
                  <a:pt x="4208660" y="3136526"/>
                  <a:pt x="4235549" y="3140792"/>
                  <a:pt x="4259163" y="3148134"/>
                </a:cubicBezTo>
                <a:cubicBezTo>
                  <a:pt x="4282777" y="3155476"/>
                  <a:pt x="4302621" y="3165795"/>
                  <a:pt x="4318694" y="3179091"/>
                </a:cubicBezTo>
                <a:cubicBezTo>
                  <a:pt x="4334768" y="3192386"/>
                  <a:pt x="4347071" y="3208360"/>
                  <a:pt x="4355603" y="3227013"/>
                </a:cubicBezTo>
                <a:cubicBezTo>
                  <a:pt x="4364136" y="3245666"/>
                  <a:pt x="4368403" y="3266899"/>
                  <a:pt x="4368403" y="3290712"/>
                </a:cubicBezTo>
                <a:cubicBezTo>
                  <a:pt x="4368403" y="3316905"/>
                  <a:pt x="4362648" y="3341611"/>
                  <a:pt x="4351139" y="3364828"/>
                </a:cubicBezTo>
                <a:cubicBezTo>
                  <a:pt x="4339629" y="3388045"/>
                  <a:pt x="4322365" y="3408187"/>
                  <a:pt x="4299346" y="3425252"/>
                </a:cubicBezTo>
                <a:cubicBezTo>
                  <a:pt x="4276328" y="3442318"/>
                  <a:pt x="4247455" y="3455812"/>
                  <a:pt x="4212728" y="3465733"/>
                </a:cubicBezTo>
                <a:cubicBezTo>
                  <a:pt x="4178002" y="3475655"/>
                  <a:pt x="4137421" y="3480616"/>
                  <a:pt x="4090987" y="3480616"/>
                </a:cubicBezTo>
                <a:cubicBezTo>
                  <a:pt x="4045743" y="3480616"/>
                  <a:pt x="4007147" y="3477044"/>
                  <a:pt x="3975199" y="3469901"/>
                </a:cubicBezTo>
                <a:cubicBezTo>
                  <a:pt x="3943250" y="3462757"/>
                  <a:pt x="3917057" y="3452835"/>
                  <a:pt x="3896618" y="3440135"/>
                </a:cubicBezTo>
                <a:cubicBezTo>
                  <a:pt x="3876178" y="3427435"/>
                  <a:pt x="3861296" y="3412255"/>
                  <a:pt x="3851969" y="3394594"/>
                </a:cubicBezTo>
                <a:cubicBezTo>
                  <a:pt x="3842642" y="3376933"/>
                  <a:pt x="3837979" y="3357585"/>
                  <a:pt x="3837979" y="3336551"/>
                </a:cubicBezTo>
                <a:cubicBezTo>
                  <a:pt x="3837979" y="3323454"/>
                  <a:pt x="3839666" y="3310952"/>
                  <a:pt x="3843040" y="3299046"/>
                </a:cubicBezTo>
                <a:cubicBezTo>
                  <a:pt x="3846413" y="3287140"/>
                  <a:pt x="3851374" y="3275730"/>
                  <a:pt x="3857922" y="3264815"/>
                </a:cubicBezTo>
                <a:cubicBezTo>
                  <a:pt x="3864471" y="3253902"/>
                  <a:pt x="3872507" y="3243483"/>
                  <a:pt x="3882032" y="3233562"/>
                </a:cubicBezTo>
                <a:cubicBezTo>
                  <a:pt x="3891557" y="3223640"/>
                  <a:pt x="3902471" y="3214115"/>
                  <a:pt x="3914775" y="3204987"/>
                </a:cubicBezTo>
                <a:cubicBezTo>
                  <a:pt x="3897709" y="3195859"/>
                  <a:pt x="3884513" y="3183456"/>
                  <a:pt x="3875186" y="3167780"/>
                </a:cubicBezTo>
                <a:cubicBezTo>
                  <a:pt x="3865860" y="3152103"/>
                  <a:pt x="3861197" y="3134938"/>
                  <a:pt x="3861197" y="3116285"/>
                </a:cubicBezTo>
                <a:cubicBezTo>
                  <a:pt x="3861197" y="3092869"/>
                  <a:pt x="3866554" y="3071537"/>
                  <a:pt x="3877270" y="3052289"/>
                </a:cubicBezTo>
                <a:cubicBezTo>
                  <a:pt x="3887986" y="3033040"/>
                  <a:pt x="3901876" y="3015677"/>
                  <a:pt x="3918942" y="3000199"/>
                </a:cubicBezTo>
                <a:cubicBezTo>
                  <a:pt x="3905051" y="2986308"/>
                  <a:pt x="3893939" y="2969640"/>
                  <a:pt x="3885604" y="2950193"/>
                </a:cubicBezTo>
                <a:cubicBezTo>
                  <a:pt x="3877270" y="2930746"/>
                  <a:pt x="3873103" y="2906537"/>
                  <a:pt x="3873103" y="2877565"/>
                </a:cubicBezTo>
                <a:cubicBezTo>
                  <a:pt x="3873103" y="2846609"/>
                  <a:pt x="3878560" y="2818927"/>
                  <a:pt x="3889474" y="2794519"/>
                </a:cubicBezTo>
                <a:cubicBezTo>
                  <a:pt x="3900388" y="2770111"/>
                  <a:pt x="3915568" y="2749473"/>
                  <a:pt x="3935015" y="2732606"/>
                </a:cubicBezTo>
                <a:cubicBezTo>
                  <a:pt x="3954462" y="2715739"/>
                  <a:pt x="3977679" y="2702840"/>
                  <a:pt x="4004667" y="2693911"/>
                </a:cubicBezTo>
                <a:cubicBezTo>
                  <a:pt x="4031654" y="2684981"/>
                  <a:pt x="4061420" y="2680516"/>
                  <a:pt x="4093964" y="2680516"/>
                </a:cubicBezTo>
                <a:close/>
                <a:moveTo>
                  <a:pt x="7370563" y="2678730"/>
                </a:moveTo>
                <a:cubicBezTo>
                  <a:pt x="7331670" y="2678730"/>
                  <a:pt x="7295951" y="2684882"/>
                  <a:pt x="7263407" y="2697185"/>
                </a:cubicBezTo>
                <a:cubicBezTo>
                  <a:pt x="7230864" y="2709488"/>
                  <a:pt x="7202685" y="2728340"/>
                  <a:pt x="7178873" y="2753740"/>
                </a:cubicBezTo>
                <a:cubicBezTo>
                  <a:pt x="7155061" y="2779140"/>
                  <a:pt x="7136507" y="2811187"/>
                  <a:pt x="7123211" y="2849883"/>
                </a:cubicBezTo>
                <a:cubicBezTo>
                  <a:pt x="7109916" y="2888578"/>
                  <a:pt x="7103269" y="2934516"/>
                  <a:pt x="7103269" y="2987697"/>
                </a:cubicBezTo>
                <a:cubicBezTo>
                  <a:pt x="7103269" y="3033735"/>
                  <a:pt x="7108725" y="3074613"/>
                  <a:pt x="7119639" y="3110332"/>
                </a:cubicBezTo>
                <a:cubicBezTo>
                  <a:pt x="7130554" y="3146051"/>
                  <a:pt x="7146726" y="3176312"/>
                  <a:pt x="7168157" y="3201117"/>
                </a:cubicBezTo>
                <a:cubicBezTo>
                  <a:pt x="7189589" y="3225922"/>
                  <a:pt x="7216080" y="3244674"/>
                  <a:pt x="7247631" y="3257374"/>
                </a:cubicBezTo>
                <a:cubicBezTo>
                  <a:pt x="7279183" y="3270074"/>
                  <a:pt x="7315399" y="3276424"/>
                  <a:pt x="7356276" y="3276424"/>
                </a:cubicBezTo>
                <a:cubicBezTo>
                  <a:pt x="7374533" y="3276424"/>
                  <a:pt x="7392293" y="3274837"/>
                  <a:pt x="7409557" y="3271662"/>
                </a:cubicBezTo>
                <a:cubicBezTo>
                  <a:pt x="7426821" y="3268487"/>
                  <a:pt x="7442795" y="3264319"/>
                  <a:pt x="7457479" y="3259160"/>
                </a:cubicBezTo>
                <a:cubicBezTo>
                  <a:pt x="7472164" y="3254001"/>
                  <a:pt x="7485261" y="3248147"/>
                  <a:pt x="7496770" y="3241598"/>
                </a:cubicBezTo>
                <a:cubicBezTo>
                  <a:pt x="7508279" y="3235050"/>
                  <a:pt x="7516415" y="3229494"/>
                  <a:pt x="7521177" y="3224930"/>
                </a:cubicBezTo>
                <a:cubicBezTo>
                  <a:pt x="7525940" y="3220366"/>
                  <a:pt x="7529016" y="3216595"/>
                  <a:pt x="7530405" y="3213619"/>
                </a:cubicBezTo>
                <a:cubicBezTo>
                  <a:pt x="7531795" y="3210642"/>
                  <a:pt x="7532985" y="3206773"/>
                  <a:pt x="7533977" y="3202010"/>
                </a:cubicBezTo>
                <a:cubicBezTo>
                  <a:pt x="7534969" y="3197248"/>
                  <a:pt x="7535763" y="3191394"/>
                  <a:pt x="7536358" y="3184448"/>
                </a:cubicBezTo>
                <a:cubicBezTo>
                  <a:pt x="7536953" y="3177503"/>
                  <a:pt x="7537251" y="3168871"/>
                  <a:pt x="7537251" y="3158552"/>
                </a:cubicBezTo>
                <a:cubicBezTo>
                  <a:pt x="7537251" y="3145455"/>
                  <a:pt x="7536855" y="3134740"/>
                  <a:pt x="7536061" y="3126405"/>
                </a:cubicBezTo>
                <a:cubicBezTo>
                  <a:pt x="7535267" y="3118071"/>
                  <a:pt x="7534175" y="3111225"/>
                  <a:pt x="7532786" y="3105867"/>
                </a:cubicBezTo>
                <a:cubicBezTo>
                  <a:pt x="7531397" y="3100509"/>
                  <a:pt x="7529512" y="3096838"/>
                  <a:pt x="7527131" y="3094854"/>
                </a:cubicBezTo>
                <a:cubicBezTo>
                  <a:pt x="7524749" y="3092869"/>
                  <a:pt x="7521773" y="3091877"/>
                  <a:pt x="7518201" y="3091877"/>
                </a:cubicBezTo>
                <a:cubicBezTo>
                  <a:pt x="7513042" y="3091877"/>
                  <a:pt x="7506692" y="3094953"/>
                  <a:pt x="7499151" y="3101105"/>
                </a:cubicBezTo>
                <a:cubicBezTo>
                  <a:pt x="7491611" y="3107256"/>
                  <a:pt x="7482284" y="3114102"/>
                  <a:pt x="7471171" y="3121643"/>
                </a:cubicBezTo>
                <a:cubicBezTo>
                  <a:pt x="7460059" y="3129183"/>
                  <a:pt x="7447061" y="3136030"/>
                  <a:pt x="7432179" y="3142181"/>
                </a:cubicBezTo>
                <a:cubicBezTo>
                  <a:pt x="7417295" y="3148333"/>
                  <a:pt x="7399535" y="3151409"/>
                  <a:pt x="7378898" y="3151409"/>
                </a:cubicBezTo>
                <a:cubicBezTo>
                  <a:pt x="7358657" y="3151409"/>
                  <a:pt x="7340897" y="3147737"/>
                  <a:pt x="7325617" y="3140395"/>
                </a:cubicBezTo>
                <a:cubicBezTo>
                  <a:pt x="7310338" y="3133053"/>
                  <a:pt x="7297638" y="3122040"/>
                  <a:pt x="7287517" y="3107355"/>
                </a:cubicBezTo>
                <a:cubicBezTo>
                  <a:pt x="7277397" y="3092671"/>
                  <a:pt x="7269757" y="3074415"/>
                  <a:pt x="7264598" y="3052587"/>
                </a:cubicBezTo>
                <a:cubicBezTo>
                  <a:pt x="7259439" y="3030758"/>
                  <a:pt x="7256859" y="3005557"/>
                  <a:pt x="7256859" y="2976982"/>
                </a:cubicBezTo>
                <a:cubicBezTo>
                  <a:pt x="7256859" y="2919038"/>
                  <a:pt x="7267178" y="2875084"/>
                  <a:pt x="7287815" y="2845120"/>
                </a:cubicBezTo>
                <a:cubicBezTo>
                  <a:pt x="7308453" y="2815156"/>
                  <a:pt x="7338219" y="2800174"/>
                  <a:pt x="7377112" y="2800174"/>
                </a:cubicBezTo>
                <a:cubicBezTo>
                  <a:pt x="7396956" y="2800174"/>
                  <a:pt x="7414021" y="2802952"/>
                  <a:pt x="7428309" y="2808509"/>
                </a:cubicBezTo>
                <a:cubicBezTo>
                  <a:pt x="7442597" y="2814065"/>
                  <a:pt x="7454899" y="2820216"/>
                  <a:pt x="7465219" y="2826963"/>
                </a:cubicBezTo>
                <a:cubicBezTo>
                  <a:pt x="7475537" y="2833710"/>
                  <a:pt x="7484467" y="2839862"/>
                  <a:pt x="7492007" y="2845418"/>
                </a:cubicBezTo>
                <a:cubicBezTo>
                  <a:pt x="7499548" y="2850974"/>
                  <a:pt x="7506692" y="2853752"/>
                  <a:pt x="7513439" y="2853752"/>
                </a:cubicBezTo>
                <a:cubicBezTo>
                  <a:pt x="7519789" y="2853752"/>
                  <a:pt x="7524949" y="2849089"/>
                  <a:pt x="7528917" y="2839762"/>
                </a:cubicBezTo>
                <a:cubicBezTo>
                  <a:pt x="7532885" y="2830436"/>
                  <a:pt x="7534870" y="2814263"/>
                  <a:pt x="7534870" y="2791244"/>
                </a:cubicBezTo>
                <a:cubicBezTo>
                  <a:pt x="7534870" y="2781322"/>
                  <a:pt x="7534572" y="2772889"/>
                  <a:pt x="7533977" y="2765944"/>
                </a:cubicBezTo>
                <a:cubicBezTo>
                  <a:pt x="7533381" y="2758998"/>
                  <a:pt x="7532588" y="2753144"/>
                  <a:pt x="7531595" y="2748382"/>
                </a:cubicBezTo>
                <a:cubicBezTo>
                  <a:pt x="7530604" y="2743619"/>
                  <a:pt x="7529215" y="2739750"/>
                  <a:pt x="7527429" y="2736773"/>
                </a:cubicBezTo>
                <a:cubicBezTo>
                  <a:pt x="7525643" y="2733797"/>
                  <a:pt x="7522567" y="2730126"/>
                  <a:pt x="7518201" y="2725760"/>
                </a:cubicBezTo>
                <a:cubicBezTo>
                  <a:pt x="7513835" y="2721395"/>
                  <a:pt x="7506394" y="2716235"/>
                  <a:pt x="7495877" y="2710282"/>
                </a:cubicBezTo>
                <a:cubicBezTo>
                  <a:pt x="7485360" y="2704329"/>
                  <a:pt x="7473454" y="2698971"/>
                  <a:pt x="7460158" y="2694209"/>
                </a:cubicBezTo>
                <a:cubicBezTo>
                  <a:pt x="7446863" y="2689446"/>
                  <a:pt x="7432575" y="2685676"/>
                  <a:pt x="7417295" y="2682897"/>
                </a:cubicBezTo>
                <a:cubicBezTo>
                  <a:pt x="7402017" y="2680119"/>
                  <a:pt x="7386439" y="2678730"/>
                  <a:pt x="7370563" y="2678730"/>
                </a:cubicBezTo>
                <a:close/>
                <a:moveTo>
                  <a:pt x="8932664" y="2678135"/>
                </a:moveTo>
                <a:cubicBezTo>
                  <a:pt x="8949332" y="2678135"/>
                  <a:pt x="8965505" y="2679326"/>
                  <a:pt x="8981182" y="2681707"/>
                </a:cubicBezTo>
                <a:cubicBezTo>
                  <a:pt x="8996858" y="2684088"/>
                  <a:pt x="9011047" y="2687065"/>
                  <a:pt x="9023746" y="2690637"/>
                </a:cubicBezTo>
                <a:cubicBezTo>
                  <a:pt x="9036447" y="2694209"/>
                  <a:pt x="9047162" y="2698078"/>
                  <a:pt x="9055893" y="2702245"/>
                </a:cubicBezTo>
                <a:cubicBezTo>
                  <a:pt x="9064625" y="2706413"/>
                  <a:pt x="9070875" y="2709984"/>
                  <a:pt x="9074646" y="2712961"/>
                </a:cubicBezTo>
                <a:cubicBezTo>
                  <a:pt x="9078416" y="2715937"/>
                  <a:pt x="9081095" y="2718914"/>
                  <a:pt x="9082682" y="2721890"/>
                </a:cubicBezTo>
                <a:cubicBezTo>
                  <a:pt x="9084270" y="2724867"/>
                  <a:pt x="9085461" y="2728439"/>
                  <a:pt x="9086254" y="2732606"/>
                </a:cubicBezTo>
                <a:cubicBezTo>
                  <a:pt x="9087048" y="2736773"/>
                  <a:pt x="9087742" y="2741933"/>
                  <a:pt x="9088338" y="2748084"/>
                </a:cubicBezTo>
                <a:cubicBezTo>
                  <a:pt x="9088933" y="2754236"/>
                  <a:pt x="9089231" y="2761876"/>
                  <a:pt x="9089231" y="2771004"/>
                </a:cubicBezTo>
                <a:cubicBezTo>
                  <a:pt x="9089231" y="2781719"/>
                  <a:pt x="9088933" y="2790451"/>
                  <a:pt x="9088338" y="2797197"/>
                </a:cubicBezTo>
                <a:cubicBezTo>
                  <a:pt x="9087742" y="2803945"/>
                  <a:pt x="9086751" y="2809302"/>
                  <a:pt x="9085361" y="2813271"/>
                </a:cubicBezTo>
                <a:cubicBezTo>
                  <a:pt x="9083972" y="2817240"/>
                  <a:pt x="9082087" y="2819919"/>
                  <a:pt x="9079706" y="2821308"/>
                </a:cubicBezTo>
                <a:cubicBezTo>
                  <a:pt x="9077325" y="2822697"/>
                  <a:pt x="9074547" y="2823391"/>
                  <a:pt x="9071371" y="2823391"/>
                </a:cubicBezTo>
                <a:cubicBezTo>
                  <a:pt x="9067800" y="2823391"/>
                  <a:pt x="9062243" y="2821308"/>
                  <a:pt x="9054703" y="2817140"/>
                </a:cubicBezTo>
                <a:cubicBezTo>
                  <a:pt x="9047162" y="2812973"/>
                  <a:pt x="9037736" y="2808509"/>
                  <a:pt x="9026425" y="2803746"/>
                </a:cubicBezTo>
                <a:cubicBezTo>
                  <a:pt x="9015114" y="2798983"/>
                  <a:pt x="9002017" y="2794519"/>
                  <a:pt x="8987135" y="2790352"/>
                </a:cubicBezTo>
                <a:cubicBezTo>
                  <a:pt x="8972252" y="2786184"/>
                  <a:pt x="8955285" y="2784101"/>
                  <a:pt x="8936235" y="2784101"/>
                </a:cubicBezTo>
                <a:cubicBezTo>
                  <a:pt x="8922742" y="2784101"/>
                  <a:pt x="8911034" y="2785490"/>
                  <a:pt x="8901112" y="2788268"/>
                </a:cubicBezTo>
                <a:cubicBezTo>
                  <a:pt x="8891191" y="2791046"/>
                  <a:pt x="8883054" y="2795015"/>
                  <a:pt x="8876704" y="2800174"/>
                </a:cubicBezTo>
                <a:cubicBezTo>
                  <a:pt x="8870355" y="2805334"/>
                  <a:pt x="8865592" y="2811386"/>
                  <a:pt x="8862417" y="2818331"/>
                </a:cubicBezTo>
                <a:cubicBezTo>
                  <a:pt x="8859242" y="2825277"/>
                  <a:pt x="8857654" y="2832718"/>
                  <a:pt x="8857654" y="2840655"/>
                </a:cubicBezTo>
                <a:cubicBezTo>
                  <a:pt x="8857654" y="2852958"/>
                  <a:pt x="8861425" y="2863277"/>
                  <a:pt x="8868965" y="2871612"/>
                </a:cubicBezTo>
                <a:cubicBezTo>
                  <a:pt x="8876506" y="2879946"/>
                  <a:pt x="8886428" y="2887288"/>
                  <a:pt x="8898731" y="2893638"/>
                </a:cubicBezTo>
                <a:cubicBezTo>
                  <a:pt x="8911034" y="2899988"/>
                  <a:pt x="8925024" y="2905941"/>
                  <a:pt x="8940700" y="2911497"/>
                </a:cubicBezTo>
                <a:cubicBezTo>
                  <a:pt x="8956377" y="2917054"/>
                  <a:pt x="8972252" y="2923106"/>
                  <a:pt x="8988325" y="2929655"/>
                </a:cubicBezTo>
                <a:cubicBezTo>
                  <a:pt x="9004399" y="2936203"/>
                  <a:pt x="9020274" y="2943843"/>
                  <a:pt x="9035950" y="2952574"/>
                </a:cubicBezTo>
                <a:cubicBezTo>
                  <a:pt x="9051627" y="2961305"/>
                  <a:pt x="9065617" y="2972021"/>
                  <a:pt x="9077920" y="2984721"/>
                </a:cubicBezTo>
                <a:cubicBezTo>
                  <a:pt x="9090223" y="2997421"/>
                  <a:pt x="9100145" y="3012601"/>
                  <a:pt x="9107685" y="3030262"/>
                </a:cubicBezTo>
                <a:cubicBezTo>
                  <a:pt x="9115226" y="3047923"/>
                  <a:pt x="9118996" y="3068858"/>
                  <a:pt x="9118996" y="3093068"/>
                </a:cubicBezTo>
                <a:cubicBezTo>
                  <a:pt x="9118996" y="3123230"/>
                  <a:pt x="9113341" y="3149821"/>
                  <a:pt x="9102030" y="3172840"/>
                </a:cubicBezTo>
                <a:cubicBezTo>
                  <a:pt x="9090719" y="3195859"/>
                  <a:pt x="9074745" y="3215107"/>
                  <a:pt x="9054107" y="3230585"/>
                </a:cubicBezTo>
                <a:cubicBezTo>
                  <a:pt x="9033470" y="3246063"/>
                  <a:pt x="9009062" y="3257672"/>
                  <a:pt x="8980884" y="3265411"/>
                </a:cubicBezTo>
                <a:cubicBezTo>
                  <a:pt x="8952706" y="3273150"/>
                  <a:pt x="8922147" y="3277019"/>
                  <a:pt x="8889206" y="3277019"/>
                </a:cubicBezTo>
                <a:cubicBezTo>
                  <a:pt x="8869362" y="3277019"/>
                  <a:pt x="8850412" y="3275531"/>
                  <a:pt x="8832353" y="3272555"/>
                </a:cubicBezTo>
                <a:cubicBezTo>
                  <a:pt x="8814296" y="3269578"/>
                  <a:pt x="8798123" y="3265808"/>
                  <a:pt x="8783835" y="3261244"/>
                </a:cubicBezTo>
                <a:cubicBezTo>
                  <a:pt x="8769548" y="3256680"/>
                  <a:pt x="8757642" y="3252016"/>
                  <a:pt x="8748117" y="3247254"/>
                </a:cubicBezTo>
                <a:cubicBezTo>
                  <a:pt x="8738592" y="3242491"/>
                  <a:pt x="8731647" y="3238026"/>
                  <a:pt x="8727281" y="3233859"/>
                </a:cubicBezTo>
                <a:cubicBezTo>
                  <a:pt x="8722915" y="3229692"/>
                  <a:pt x="8719542" y="3223144"/>
                  <a:pt x="8717160" y="3214214"/>
                </a:cubicBezTo>
                <a:cubicBezTo>
                  <a:pt x="8714779" y="3205284"/>
                  <a:pt x="8713589" y="3192088"/>
                  <a:pt x="8713589" y="3174626"/>
                </a:cubicBezTo>
                <a:cubicBezTo>
                  <a:pt x="8713589" y="3163116"/>
                  <a:pt x="8713986" y="3153889"/>
                  <a:pt x="8714779" y="3146944"/>
                </a:cubicBezTo>
                <a:cubicBezTo>
                  <a:pt x="8715573" y="3139998"/>
                  <a:pt x="8716764" y="3134442"/>
                  <a:pt x="8718351" y="3130275"/>
                </a:cubicBezTo>
                <a:cubicBezTo>
                  <a:pt x="8719939" y="3126108"/>
                  <a:pt x="8721923" y="3123330"/>
                  <a:pt x="8724304" y="3121940"/>
                </a:cubicBezTo>
                <a:cubicBezTo>
                  <a:pt x="8726685" y="3120551"/>
                  <a:pt x="8729662" y="3119857"/>
                  <a:pt x="8733234" y="3119857"/>
                </a:cubicBezTo>
                <a:cubicBezTo>
                  <a:pt x="8737600" y="3119857"/>
                  <a:pt x="8744049" y="3122337"/>
                  <a:pt x="8752582" y="3127298"/>
                </a:cubicBezTo>
                <a:cubicBezTo>
                  <a:pt x="8761115" y="3132259"/>
                  <a:pt x="8771731" y="3137716"/>
                  <a:pt x="8784431" y="3143669"/>
                </a:cubicBezTo>
                <a:cubicBezTo>
                  <a:pt x="8797131" y="3149623"/>
                  <a:pt x="8811915" y="3155179"/>
                  <a:pt x="8828782" y="3160338"/>
                </a:cubicBezTo>
                <a:cubicBezTo>
                  <a:pt x="8845649" y="3165498"/>
                  <a:pt x="8864798" y="3168077"/>
                  <a:pt x="8886229" y="3168077"/>
                </a:cubicBezTo>
                <a:cubicBezTo>
                  <a:pt x="8899723" y="3168077"/>
                  <a:pt x="8911729" y="3166688"/>
                  <a:pt x="8922246" y="3163910"/>
                </a:cubicBezTo>
                <a:cubicBezTo>
                  <a:pt x="8932763" y="3161132"/>
                  <a:pt x="8941891" y="3157163"/>
                  <a:pt x="8949630" y="3152004"/>
                </a:cubicBezTo>
                <a:cubicBezTo>
                  <a:pt x="8957369" y="3146844"/>
                  <a:pt x="8963223" y="3140296"/>
                  <a:pt x="8967192" y="3132358"/>
                </a:cubicBezTo>
                <a:cubicBezTo>
                  <a:pt x="8971161" y="3124421"/>
                  <a:pt x="8973145" y="3115293"/>
                  <a:pt x="8973145" y="3104974"/>
                </a:cubicBezTo>
                <a:cubicBezTo>
                  <a:pt x="8973145" y="3093068"/>
                  <a:pt x="8969474" y="3082848"/>
                  <a:pt x="8962132" y="3074315"/>
                </a:cubicBezTo>
                <a:cubicBezTo>
                  <a:pt x="8954790" y="3065783"/>
                  <a:pt x="8945066" y="3058341"/>
                  <a:pt x="8932961" y="3051991"/>
                </a:cubicBezTo>
                <a:cubicBezTo>
                  <a:pt x="8920857" y="3045641"/>
                  <a:pt x="8907165" y="3039688"/>
                  <a:pt x="8891885" y="3034132"/>
                </a:cubicBezTo>
                <a:cubicBezTo>
                  <a:pt x="8876605" y="3028576"/>
                  <a:pt x="8860928" y="3022424"/>
                  <a:pt x="8844855" y="3015677"/>
                </a:cubicBezTo>
                <a:cubicBezTo>
                  <a:pt x="8828782" y="3008930"/>
                  <a:pt x="8813105" y="3001191"/>
                  <a:pt x="8797825" y="2992460"/>
                </a:cubicBezTo>
                <a:cubicBezTo>
                  <a:pt x="8782546" y="2983729"/>
                  <a:pt x="8768854" y="2973013"/>
                  <a:pt x="8756749" y="2960313"/>
                </a:cubicBezTo>
                <a:cubicBezTo>
                  <a:pt x="8744644" y="2947613"/>
                  <a:pt x="8734921" y="2932333"/>
                  <a:pt x="8727578" y="2914474"/>
                </a:cubicBezTo>
                <a:cubicBezTo>
                  <a:pt x="8720236" y="2896615"/>
                  <a:pt x="8716565" y="2875183"/>
                  <a:pt x="8716565" y="2850180"/>
                </a:cubicBezTo>
                <a:cubicBezTo>
                  <a:pt x="8716565" y="2824780"/>
                  <a:pt x="8721526" y="2801464"/>
                  <a:pt x="8731448" y="2780231"/>
                </a:cubicBezTo>
                <a:cubicBezTo>
                  <a:pt x="8741370" y="2758998"/>
                  <a:pt x="8755658" y="2740841"/>
                  <a:pt x="8774310" y="2725760"/>
                </a:cubicBezTo>
                <a:cubicBezTo>
                  <a:pt x="8792964" y="2710679"/>
                  <a:pt x="8815685" y="2698971"/>
                  <a:pt x="8842474" y="2690637"/>
                </a:cubicBezTo>
                <a:cubicBezTo>
                  <a:pt x="8869263" y="2682302"/>
                  <a:pt x="8899326" y="2678135"/>
                  <a:pt x="8932664" y="2678135"/>
                </a:cubicBezTo>
                <a:close/>
                <a:moveTo>
                  <a:pt x="8446889" y="2678135"/>
                </a:moveTo>
                <a:cubicBezTo>
                  <a:pt x="8463557" y="2678135"/>
                  <a:pt x="8479730" y="2679326"/>
                  <a:pt x="8495407" y="2681707"/>
                </a:cubicBezTo>
                <a:cubicBezTo>
                  <a:pt x="8511083" y="2684088"/>
                  <a:pt x="8525272" y="2687065"/>
                  <a:pt x="8537971" y="2690637"/>
                </a:cubicBezTo>
                <a:cubicBezTo>
                  <a:pt x="8550672" y="2694209"/>
                  <a:pt x="8561387" y="2698078"/>
                  <a:pt x="8570118" y="2702245"/>
                </a:cubicBezTo>
                <a:cubicBezTo>
                  <a:pt x="8578850" y="2706413"/>
                  <a:pt x="8585100" y="2709984"/>
                  <a:pt x="8588871" y="2712961"/>
                </a:cubicBezTo>
                <a:cubicBezTo>
                  <a:pt x="8592641" y="2715937"/>
                  <a:pt x="8595320" y="2718914"/>
                  <a:pt x="8596907" y="2721890"/>
                </a:cubicBezTo>
                <a:cubicBezTo>
                  <a:pt x="8598495" y="2724867"/>
                  <a:pt x="8599686" y="2728439"/>
                  <a:pt x="8600479" y="2732606"/>
                </a:cubicBezTo>
                <a:cubicBezTo>
                  <a:pt x="8601273" y="2736773"/>
                  <a:pt x="8601967" y="2741933"/>
                  <a:pt x="8602563" y="2748084"/>
                </a:cubicBezTo>
                <a:cubicBezTo>
                  <a:pt x="8603158" y="2754236"/>
                  <a:pt x="8603456" y="2761876"/>
                  <a:pt x="8603456" y="2771004"/>
                </a:cubicBezTo>
                <a:cubicBezTo>
                  <a:pt x="8603456" y="2781719"/>
                  <a:pt x="8603158" y="2790451"/>
                  <a:pt x="8602563" y="2797197"/>
                </a:cubicBezTo>
                <a:cubicBezTo>
                  <a:pt x="8601967" y="2803945"/>
                  <a:pt x="8600976" y="2809302"/>
                  <a:pt x="8599586" y="2813271"/>
                </a:cubicBezTo>
                <a:cubicBezTo>
                  <a:pt x="8598197" y="2817240"/>
                  <a:pt x="8596312" y="2819919"/>
                  <a:pt x="8593931" y="2821308"/>
                </a:cubicBezTo>
                <a:cubicBezTo>
                  <a:pt x="8591550" y="2822697"/>
                  <a:pt x="8588772" y="2823391"/>
                  <a:pt x="8585596" y="2823391"/>
                </a:cubicBezTo>
                <a:cubicBezTo>
                  <a:pt x="8582025" y="2823391"/>
                  <a:pt x="8576468" y="2821308"/>
                  <a:pt x="8568928" y="2817140"/>
                </a:cubicBezTo>
                <a:cubicBezTo>
                  <a:pt x="8561387" y="2812973"/>
                  <a:pt x="8551961" y="2808509"/>
                  <a:pt x="8540650" y="2803746"/>
                </a:cubicBezTo>
                <a:cubicBezTo>
                  <a:pt x="8529339" y="2798983"/>
                  <a:pt x="8516242" y="2794519"/>
                  <a:pt x="8501360" y="2790352"/>
                </a:cubicBezTo>
                <a:cubicBezTo>
                  <a:pt x="8486477" y="2786184"/>
                  <a:pt x="8469510" y="2784101"/>
                  <a:pt x="8450460" y="2784101"/>
                </a:cubicBezTo>
                <a:cubicBezTo>
                  <a:pt x="8436967" y="2784101"/>
                  <a:pt x="8425259" y="2785490"/>
                  <a:pt x="8415337" y="2788268"/>
                </a:cubicBezTo>
                <a:cubicBezTo>
                  <a:pt x="8405416" y="2791046"/>
                  <a:pt x="8397279" y="2795015"/>
                  <a:pt x="8390929" y="2800174"/>
                </a:cubicBezTo>
                <a:cubicBezTo>
                  <a:pt x="8384580" y="2805334"/>
                  <a:pt x="8379817" y="2811386"/>
                  <a:pt x="8376642" y="2818331"/>
                </a:cubicBezTo>
                <a:cubicBezTo>
                  <a:pt x="8373467" y="2825277"/>
                  <a:pt x="8371879" y="2832718"/>
                  <a:pt x="8371879" y="2840655"/>
                </a:cubicBezTo>
                <a:cubicBezTo>
                  <a:pt x="8371879" y="2852958"/>
                  <a:pt x="8375650" y="2863277"/>
                  <a:pt x="8383190" y="2871612"/>
                </a:cubicBezTo>
                <a:cubicBezTo>
                  <a:pt x="8390731" y="2879946"/>
                  <a:pt x="8400653" y="2887288"/>
                  <a:pt x="8412956" y="2893638"/>
                </a:cubicBezTo>
                <a:cubicBezTo>
                  <a:pt x="8425259" y="2899988"/>
                  <a:pt x="8439249" y="2905941"/>
                  <a:pt x="8454925" y="2911497"/>
                </a:cubicBezTo>
                <a:cubicBezTo>
                  <a:pt x="8470602" y="2917054"/>
                  <a:pt x="8486477" y="2923106"/>
                  <a:pt x="8502550" y="2929655"/>
                </a:cubicBezTo>
                <a:cubicBezTo>
                  <a:pt x="8518624" y="2936203"/>
                  <a:pt x="8534499" y="2943843"/>
                  <a:pt x="8550175" y="2952574"/>
                </a:cubicBezTo>
                <a:cubicBezTo>
                  <a:pt x="8565852" y="2961305"/>
                  <a:pt x="8579842" y="2972021"/>
                  <a:pt x="8592145" y="2984721"/>
                </a:cubicBezTo>
                <a:cubicBezTo>
                  <a:pt x="8604448" y="2997421"/>
                  <a:pt x="8614370" y="3012601"/>
                  <a:pt x="8621910" y="3030262"/>
                </a:cubicBezTo>
                <a:cubicBezTo>
                  <a:pt x="8629451" y="3047923"/>
                  <a:pt x="8633221" y="3068858"/>
                  <a:pt x="8633221" y="3093068"/>
                </a:cubicBezTo>
                <a:cubicBezTo>
                  <a:pt x="8633221" y="3123230"/>
                  <a:pt x="8627566" y="3149821"/>
                  <a:pt x="8616255" y="3172840"/>
                </a:cubicBezTo>
                <a:cubicBezTo>
                  <a:pt x="8604944" y="3195859"/>
                  <a:pt x="8588970" y="3215107"/>
                  <a:pt x="8568332" y="3230585"/>
                </a:cubicBezTo>
                <a:cubicBezTo>
                  <a:pt x="8547695" y="3246063"/>
                  <a:pt x="8523287" y="3257672"/>
                  <a:pt x="8495109" y="3265411"/>
                </a:cubicBezTo>
                <a:cubicBezTo>
                  <a:pt x="8466931" y="3273150"/>
                  <a:pt x="8436372" y="3277019"/>
                  <a:pt x="8403431" y="3277019"/>
                </a:cubicBezTo>
                <a:cubicBezTo>
                  <a:pt x="8383587" y="3277019"/>
                  <a:pt x="8364637" y="3275531"/>
                  <a:pt x="8346578" y="3272555"/>
                </a:cubicBezTo>
                <a:cubicBezTo>
                  <a:pt x="8328521" y="3269578"/>
                  <a:pt x="8312348" y="3265808"/>
                  <a:pt x="8298060" y="3261244"/>
                </a:cubicBezTo>
                <a:cubicBezTo>
                  <a:pt x="8283773" y="3256680"/>
                  <a:pt x="8271867" y="3252016"/>
                  <a:pt x="8262342" y="3247254"/>
                </a:cubicBezTo>
                <a:cubicBezTo>
                  <a:pt x="8252817" y="3242491"/>
                  <a:pt x="8245872" y="3238026"/>
                  <a:pt x="8241506" y="3233859"/>
                </a:cubicBezTo>
                <a:cubicBezTo>
                  <a:pt x="8237140" y="3229692"/>
                  <a:pt x="8233767" y="3223144"/>
                  <a:pt x="8231385" y="3214214"/>
                </a:cubicBezTo>
                <a:cubicBezTo>
                  <a:pt x="8229004" y="3205284"/>
                  <a:pt x="8227814" y="3192088"/>
                  <a:pt x="8227814" y="3174626"/>
                </a:cubicBezTo>
                <a:cubicBezTo>
                  <a:pt x="8227814" y="3163116"/>
                  <a:pt x="8228211" y="3153889"/>
                  <a:pt x="8229004" y="3146944"/>
                </a:cubicBezTo>
                <a:cubicBezTo>
                  <a:pt x="8229798" y="3139998"/>
                  <a:pt x="8230989" y="3134442"/>
                  <a:pt x="8232576" y="3130275"/>
                </a:cubicBezTo>
                <a:cubicBezTo>
                  <a:pt x="8234164" y="3126108"/>
                  <a:pt x="8236148" y="3123330"/>
                  <a:pt x="8238529" y="3121940"/>
                </a:cubicBezTo>
                <a:cubicBezTo>
                  <a:pt x="8240910" y="3120551"/>
                  <a:pt x="8243887" y="3119857"/>
                  <a:pt x="8247459" y="3119857"/>
                </a:cubicBezTo>
                <a:cubicBezTo>
                  <a:pt x="8251825" y="3119857"/>
                  <a:pt x="8258274" y="3122337"/>
                  <a:pt x="8266807" y="3127298"/>
                </a:cubicBezTo>
                <a:cubicBezTo>
                  <a:pt x="8275340" y="3132259"/>
                  <a:pt x="8285956" y="3137716"/>
                  <a:pt x="8298656" y="3143669"/>
                </a:cubicBezTo>
                <a:cubicBezTo>
                  <a:pt x="8311356" y="3149623"/>
                  <a:pt x="8326140" y="3155179"/>
                  <a:pt x="8343007" y="3160338"/>
                </a:cubicBezTo>
                <a:cubicBezTo>
                  <a:pt x="8359874" y="3165498"/>
                  <a:pt x="8379023" y="3168077"/>
                  <a:pt x="8400454" y="3168077"/>
                </a:cubicBezTo>
                <a:cubicBezTo>
                  <a:pt x="8413948" y="3168077"/>
                  <a:pt x="8425954" y="3166688"/>
                  <a:pt x="8436471" y="3163910"/>
                </a:cubicBezTo>
                <a:cubicBezTo>
                  <a:pt x="8446988" y="3161132"/>
                  <a:pt x="8456116" y="3157163"/>
                  <a:pt x="8463855" y="3152004"/>
                </a:cubicBezTo>
                <a:cubicBezTo>
                  <a:pt x="8471594" y="3146844"/>
                  <a:pt x="8477448" y="3140296"/>
                  <a:pt x="8481417" y="3132358"/>
                </a:cubicBezTo>
                <a:cubicBezTo>
                  <a:pt x="8485386" y="3124421"/>
                  <a:pt x="8487370" y="3115293"/>
                  <a:pt x="8487370" y="3104974"/>
                </a:cubicBezTo>
                <a:cubicBezTo>
                  <a:pt x="8487370" y="3093068"/>
                  <a:pt x="8483699" y="3082848"/>
                  <a:pt x="8476357" y="3074315"/>
                </a:cubicBezTo>
                <a:cubicBezTo>
                  <a:pt x="8469015" y="3065783"/>
                  <a:pt x="8459291" y="3058341"/>
                  <a:pt x="8447186" y="3051991"/>
                </a:cubicBezTo>
                <a:cubicBezTo>
                  <a:pt x="8435082" y="3045641"/>
                  <a:pt x="8421390" y="3039688"/>
                  <a:pt x="8406110" y="3034132"/>
                </a:cubicBezTo>
                <a:cubicBezTo>
                  <a:pt x="8390830" y="3028576"/>
                  <a:pt x="8375153" y="3022424"/>
                  <a:pt x="8359080" y="3015677"/>
                </a:cubicBezTo>
                <a:cubicBezTo>
                  <a:pt x="8343007" y="3008930"/>
                  <a:pt x="8327330" y="3001191"/>
                  <a:pt x="8312050" y="2992460"/>
                </a:cubicBezTo>
                <a:cubicBezTo>
                  <a:pt x="8296771" y="2983729"/>
                  <a:pt x="8283079" y="2973013"/>
                  <a:pt x="8270974" y="2960313"/>
                </a:cubicBezTo>
                <a:cubicBezTo>
                  <a:pt x="8258869" y="2947613"/>
                  <a:pt x="8249146" y="2932333"/>
                  <a:pt x="8241803" y="2914474"/>
                </a:cubicBezTo>
                <a:cubicBezTo>
                  <a:pt x="8234461" y="2896615"/>
                  <a:pt x="8230790" y="2875183"/>
                  <a:pt x="8230790" y="2850180"/>
                </a:cubicBezTo>
                <a:cubicBezTo>
                  <a:pt x="8230790" y="2824780"/>
                  <a:pt x="8235751" y="2801464"/>
                  <a:pt x="8245673" y="2780231"/>
                </a:cubicBezTo>
                <a:cubicBezTo>
                  <a:pt x="8255595" y="2758998"/>
                  <a:pt x="8269883" y="2740841"/>
                  <a:pt x="8288535" y="2725760"/>
                </a:cubicBezTo>
                <a:cubicBezTo>
                  <a:pt x="8307189" y="2710679"/>
                  <a:pt x="8329910" y="2698971"/>
                  <a:pt x="8356699" y="2690637"/>
                </a:cubicBezTo>
                <a:cubicBezTo>
                  <a:pt x="8383488" y="2682302"/>
                  <a:pt x="8413551" y="2678135"/>
                  <a:pt x="8446889" y="2678135"/>
                </a:cubicBezTo>
                <a:close/>
                <a:moveTo>
                  <a:pt x="7889676" y="2678135"/>
                </a:moveTo>
                <a:cubicBezTo>
                  <a:pt x="7934127" y="2678135"/>
                  <a:pt x="7972127" y="2684684"/>
                  <a:pt x="8003679" y="2697780"/>
                </a:cubicBezTo>
                <a:cubicBezTo>
                  <a:pt x="8035230" y="2710877"/>
                  <a:pt x="8061126" y="2729034"/>
                  <a:pt x="8081367" y="2752251"/>
                </a:cubicBezTo>
                <a:cubicBezTo>
                  <a:pt x="8101607" y="2775469"/>
                  <a:pt x="8116490" y="2802952"/>
                  <a:pt x="8126015" y="2834702"/>
                </a:cubicBezTo>
                <a:cubicBezTo>
                  <a:pt x="8135540" y="2866452"/>
                  <a:pt x="8140303" y="2900980"/>
                  <a:pt x="8140303" y="2938287"/>
                </a:cubicBezTo>
                <a:lnTo>
                  <a:pt x="8140303" y="2962099"/>
                </a:lnTo>
                <a:cubicBezTo>
                  <a:pt x="8140303" y="2980355"/>
                  <a:pt x="8136235" y="2993849"/>
                  <a:pt x="8128099" y="3002580"/>
                </a:cubicBezTo>
                <a:cubicBezTo>
                  <a:pt x="8119963" y="3011312"/>
                  <a:pt x="8108751" y="3015677"/>
                  <a:pt x="8094463" y="3015677"/>
                </a:cubicBezTo>
                <a:lnTo>
                  <a:pt x="7771209" y="3015677"/>
                </a:lnTo>
                <a:cubicBezTo>
                  <a:pt x="7771209" y="3038299"/>
                  <a:pt x="7773888" y="3058838"/>
                  <a:pt x="7779245" y="3077292"/>
                </a:cubicBezTo>
                <a:cubicBezTo>
                  <a:pt x="7784603" y="3095747"/>
                  <a:pt x="7793137" y="3111423"/>
                  <a:pt x="7804844" y="3124322"/>
                </a:cubicBezTo>
                <a:cubicBezTo>
                  <a:pt x="7816552" y="3137220"/>
                  <a:pt x="7831633" y="3147043"/>
                  <a:pt x="7850088" y="3153790"/>
                </a:cubicBezTo>
                <a:cubicBezTo>
                  <a:pt x="7868543" y="3160537"/>
                  <a:pt x="7890669" y="3163910"/>
                  <a:pt x="7916465" y="3163910"/>
                </a:cubicBezTo>
                <a:cubicBezTo>
                  <a:pt x="7942659" y="3163910"/>
                  <a:pt x="7965678" y="3162025"/>
                  <a:pt x="7985521" y="3158255"/>
                </a:cubicBezTo>
                <a:cubicBezTo>
                  <a:pt x="8005365" y="3154484"/>
                  <a:pt x="8022530" y="3150317"/>
                  <a:pt x="8037016" y="3145753"/>
                </a:cubicBezTo>
                <a:cubicBezTo>
                  <a:pt x="8051502" y="3141189"/>
                  <a:pt x="8063507" y="3137022"/>
                  <a:pt x="8073033" y="3133252"/>
                </a:cubicBezTo>
                <a:cubicBezTo>
                  <a:pt x="8082557" y="3129481"/>
                  <a:pt x="8090297" y="3127596"/>
                  <a:pt x="8096249" y="3127596"/>
                </a:cubicBezTo>
                <a:cubicBezTo>
                  <a:pt x="8099821" y="3127596"/>
                  <a:pt x="8102798" y="3128290"/>
                  <a:pt x="8105179" y="3129680"/>
                </a:cubicBezTo>
                <a:cubicBezTo>
                  <a:pt x="8107561" y="3131069"/>
                  <a:pt x="8109545" y="3133549"/>
                  <a:pt x="8111133" y="3137121"/>
                </a:cubicBezTo>
                <a:cubicBezTo>
                  <a:pt x="8112720" y="3140693"/>
                  <a:pt x="8113811" y="3145753"/>
                  <a:pt x="8114407" y="3152301"/>
                </a:cubicBezTo>
                <a:cubicBezTo>
                  <a:pt x="8115002" y="3158850"/>
                  <a:pt x="8115299" y="3167085"/>
                  <a:pt x="8115299" y="3177007"/>
                </a:cubicBezTo>
                <a:cubicBezTo>
                  <a:pt x="8115299" y="3185738"/>
                  <a:pt x="8115101" y="3193180"/>
                  <a:pt x="8114704" y="3199331"/>
                </a:cubicBezTo>
                <a:cubicBezTo>
                  <a:pt x="8114307" y="3205483"/>
                  <a:pt x="8113713" y="3210741"/>
                  <a:pt x="8112919" y="3215107"/>
                </a:cubicBezTo>
                <a:cubicBezTo>
                  <a:pt x="8112125" y="3219472"/>
                  <a:pt x="8110934" y="3223144"/>
                  <a:pt x="8109347" y="3226120"/>
                </a:cubicBezTo>
                <a:cubicBezTo>
                  <a:pt x="8107759" y="3229097"/>
                  <a:pt x="8105675" y="3231974"/>
                  <a:pt x="8103095" y="3234752"/>
                </a:cubicBezTo>
                <a:cubicBezTo>
                  <a:pt x="8100516" y="3237530"/>
                  <a:pt x="8093472" y="3241301"/>
                  <a:pt x="8081962" y="3246063"/>
                </a:cubicBezTo>
                <a:cubicBezTo>
                  <a:pt x="8070453" y="3250826"/>
                  <a:pt x="8055769" y="3255489"/>
                  <a:pt x="8037909" y="3260053"/>
                </a:cubicBezTo>
                <a:cubicBezTo>
                  <a:pt x="8020049" y="3264617"/>
                  <a:pt x="7999611" y="3268586"/>
                  <a:pt x="7976591" y="3271959"/>
                </a:cubicBezTo>
                <a:cubicBezTo>
                  <a:pt x="7953573" y="3275333"/>
                  <a:pt x="7928967" y="3277019"/>
                  <a:pt x="7902773" y="3277019"/>
                </a:cubicBezTo>
                <a:cubicBezTo>
                  <a:pt x="7855545" y="3277019"/>
                  <a:pt x="7814171" y="3271066"/>
                  <a:pt x="7778651" y="3259160"/>
                </a:cubicBezTo>
                <a:cubicBezTo>
                  <a:pt x="7743131" y="3247254"/>
                  <a:pt x="7713463" y="3229196"/>
                  <a:pt x="7689651" y="3204987"/>
                </a:cubicBezTo>
                <a:lnTo>
                  <a:pt x="7688917" y="3204020"/>
                </a:lnTo>
                <a:lnTo>
                  <a:pt x="7728899" y="2725267"/>
                </a:lnTo>
                <a:lnTo>
                  <a:pt x="7729760" y="2724495"/>
                </a:lnTo>
                <a:cubicBezTo>
                  <a:pt x="7743998" y="2714424"/>
                  <a:pt x="7759501" y="2705916"/>
                  <a:pt x="7776269" y="2698971"/>
                </a:cubicBezTo>
                <a:cubicBezTo>
                  <a:pt x="7809805" y="2685080"/>
                  <a:pt x="7847607" y="2678135"/>
                  <a:pt x="7889676" y="2678135"/>
                </a:cubicBezTo>
                <a:close/>
                <a:moveTo>
                  <a:pt x="6737151" y="2678135"/>
                </a:moveTo>
                <a:cubicBezTo>
                  <a:pt x="6688335" y="2678135"/>
                  <a:pt x="6645771" y="2685477"/>
                  <a:pt x="6609457" y="2700162"/>
                </a:cubicBezTo>
                <a:cubicBezTo>
                  <a:pt x="6573143" y="2714846"/>
                  <a:pt x="6542881" y="2735583"/>
                  <a:pt x="6518671" y="2762372"/>
                </a:cubicBezTo>
                <a:cubicBezTo>
                  <a:pt x="6494463" y="2789161"/>
                  <a:pt x="6476305" y="2821308"/>
                  <a:pt x="6464201" y="2858813"/>
                </a:cubicBezTo>
                <a:cubicBezTo>
                  <a:pt x="6452096" y="2896317"/>
                  <a:pt x="6446044" y="2937691"/>
                  <a:pt x="6446044" y="2982935"/>
                </a:cubicBezTo>
                <a:cubicBezTo>
                  <a:pt x="6446044" y="3029766"/>
                  <a:pt x="6451600" y="3071438"/>
                  <a:pt x="6462713" y="3107951"/>
                </a:cubicBezTo>
                <a:cubicBezTo>
                  <a:pt x="6473825" y="3144463"/>
                  <a:pt x="6490891" y="3175221"/>
                  <a:pt x="6513909" y="3200224"/>
                </a:cubicBezTo>
                <a:cubicBezTo>
                  <a:pt x="6536928" y="3225227"/>
                  <a:pt x="6565900" y="3244277"/>
                  <a:pt x="6600825" y="3257374"/>
                </a:cubicBezTo>
                <a:cubicBezTo>
                  <a:pt x="6635749" y="3270471"/>
                  <a:pt x="6676827" y="3277019"/>
                  <a:pt x="6724054" y="3277019"/>
                </a:cubicBezTo>
                <a:cubicBezTo>
                  <a:pt x="6772870" y="3277019"/>
                  <a:pt x="6815534" y="3269677"/>
                  <a:pt x="6852047" y="3254993"/>
                </a:cubicBezTo>
                <a:cubicBezTo>
                  <a:pt x="6888559" y="3240308"/>
                  <a:pt x="6918920" y="3219472"/>
                  <a:pt x="6943129" y="3192485"/>
                </a:cubicBezTo>
                <a:cubicBezTo>
                  <a:pt x="6967339" y="3165498"/>
                  <a:pt x="6985397" y="3133351"/>
                  <a:pt x="6997303" y="3096044"/>
                </a:cubicBezTo>
                <a:cubicBezTo>
                  <a:pt x="7009209" y="3058738"/>
                  <a:pt x="7015162" y="3017463"/>
                  <a:pt x="7015162" y="2972219"/>
                </a:cubicBezTo>
                <a:cubicBezTo>
                  <a:pt x="7015162" y="2924991"/>
                  <a:pt x="7009606" y="2883121"/>
                  <a:pt x="6998493" y="2846609"/>
                </a:cubicBezTo>
                <a:cubicBezTo>
                  <a:pt x="6987381" y="2810096"/>
                  <a:pt x="6970415" y="2779338"/>
                  <a:pt x="6947594" y="2754335"/>
                </a:cubicBezTo>
                <a:cubicBezTo>
                  <a:pt x="6924774" y="2729332"/>
                  <a:pt x="6895901" y="2710381"/>
                  <a:pt x="6860976" y="2697483"/>
                </a:cubicBezTo>
                <a:cubicBezTo>
                  <a:pt x="6826051" y="2684584"/>
                  <a:pt x="6784776" y="2678135"/>
                  <a:pt x="6737151" y="2678135"/>
                </a:cubicBezTo>
                <a:close/>
                <a:moveTo>
                  <a:pt x="6328172" y="2678135"/>
                </a:moveTo>
                <a:cubicBezTo>
                  <a:pt x="6317060" y="2678135"/>
                  <a:pt x="6305947" y="2679623"/>
                  <a:pt x="6294834" y="2682600"/>
                </a:cubicBezTo>
                <a:cubicBezTo>
                  <a:pt x="6283722" y="2685576"/>
                  <a:pt x="6272609" y="2690835"/>
                  <a:pt x="6261497" y="2698376"/>
                </a:cubicBezTo>
                <a:cubicBezTo>
                  <a:pt x="6250385" y="2705916"/>
                  <a:pt x="6238677" y="2716136"/>
                  <a:pt x="6226374" y="2729034"/>
                </a:cubicBezTo>
                <a:cubicBezTo>
                  <a:pt x="6214070" y="2741933"/>
                  <a:pt x="6200974" y="2758304"/>
                  <a:pt x="6187083" y="2778147"/>
                </a:cubicBezTo>
                <a:lnTo>
                  <a:pt x="6187083" y="2712068"/>
                </a:lnTo>
                <a:cubicBezTo>
                  <a:pt x="6187083" y="2708099"/>
                  <a:pt x="6186091" y="2704627"/>
                  <a:pt x="6184107" y="2701650"/>
                </a:cubicBezTo>
                <a:cubicBezTo>
                  <a:pt x="6182122" y="2698673"/>
                  <a:pt x="6178848" y="2696193"/>
                  <a:pt x="6174284" y="2694209"/>
                </a:cubicBezTo>
                <a:cubicBezTo>
                  <a:pt x="6169720" y="2692224"/>
                  <a:pt x="6163270" y="2690736"/>
                  <a:pt x="6154936" y="2689744"/>
                </a:cubicBezTo>
                <a:cubicBezTo>
                  <a:pt x="6146602" y="2688751"/>
                  <a:pt x="6136085" y="2688255"/>
                  <a:pt x="6123385" y="2688255"/>
                </a:cubicBezTo>
                <a:cubicBezTo>
                  <a:pt x="6111081" y="2688255"/>
                  <a:pt x="6100862" y="2688751"/>
                  <a:pt x="6092726" y="2689744"/>
                </a:cubicBezTo>
                <a:cubicBezTo>
                  <a:pt x="6084590" y="2690736"/>
                  <a:pt x="6077942" y="2692224"/>
                  <a:pt x="6072783" y="2694209"/>
                </a:cubicBezTo>
                <a:cubicBezTo>
                  <a:pt x="6067624" y="2696193"/>
                  <a:pt x="6064052" y="2698673"/>
                  <a:pt x="6062068" y="2701650"/>
                </a:cubicBezTo>
                <a:cubicBezTo>
                  <a:pt x="6060083" y="2704627"/>
                  <a:pt x="6059091" y="2708099"/>
                  <a:pt x="6059091" y="2712068"/>
                </a:cubicBezTo>
                <a:lnTo>
                  <a:pt x="6059091" y="3243087"/>
                </a:lnTo>
                <a:cubicBezTo>
                  <a:pt x="6059091" y="3247055"/>
                  <a:pt x="6060282" y="3250528"/>
                  <a:pt x="6062663" y="3253505"/>
                </a:cubicBezTo>
                <a:cubicBezTo>
                  <a:pt x="6065044" y="3256481"/>
                  <a:pt x="6069112" y="3258962"/>
                  <a:pt x="6074867" y="3260946"/>
                </a:cubicBezTo>
                <a:cubicBezTo>
                  <a:pt x="6080621" y="3262930"/>
                  <a:pt x="6088261" y="3264419"/>
                  <a:pt x="6097786" y="3265411"/>
                </a:cubicBezTo>
                <a:cubicBezTo>
                  <a:pt x="6107311" y="3266403"/>
                  <a:pt x="6119416" y="3266899"/>
                  <a:pt x="6134100" y="3266899"/>
                </a:cubicBezTo>
                <a:cubicBezTo>
                  <a:pt x="6148784" y="3266899"/>
                  <a:pt x="6160889" y="3266403"/>
                  <a:pt x="6170414" y="3265411"/>
                </a:cubicBezTo>
                <a:cubicBezTo>
                  <a:pt x="6179939" y="3264419"/>
                  <a:pt x="6187579" y="3262930"/>
                  <a:pt x="6193333" y="3260946"/>
                </a:cubicBezTo>
                <a:cubicBezTo>
                  <a:pt x="6199088" y="3258962"/>
                  <a:pt x="6203156" y="3256481"/>
                  <a:pt x="6205538" y="3253505"/>
                </a:cubicBezTo>
                <a:cubicBezTo>
                  <a:pt x="6207919" y="3250528"/>
                  <a:pt x="6209110" y="3247055"/>
                  <a:pt x="6209110" y="3243087"/>
                </a:cubicBezTo>
                <a:lnTo>
                  <a:pt x="6209110" y="2912093"/>
                </a:lnTo>
                <a:cubicBezTo>
                  <a:pt x="6220222" y="2894630"/>
                  <a:pt x="6230640" y="2879946"/>
                  <a:pt x="6240364" y="2868040"/>
                </a:cubicBezTo>
                <a:cubicBezTo>
                  <a:pt x="6250087" y="2856133"/>
                  <a:pt x="6259414" y="2846609"/>
                  <a:pt x="6268343" y="2839465"/>
                </a:cubicBezTo>
                <a:cubicBezTo>
                  <a:pt x="6277272" y="2832321"/>
                  <a:pt x="6285904" y="2827062"/>
                  <a:pt x="6294239" y="2823689"/>
                </a:cubicBezTo>
                <a:cubicBezTo>
                  <a:pt x="6302574" y="2820315"/>
                  <a:pt x="6310908" y="2818629"/>
                  <a:pt x="6319243" y="2818629"/>
                </a:cubicBezTo>
                <a:cubicBezTo>
                  <a:pt x="6326386" y="2818629"/>
                  <a:pt x="6332935" y="2819323"/>
                  <a:pt x="6338888" y="2820713"/>
                </a:cubicBezTo>
                <a:cubicBezTo>
                  <a:pt x="6344840" y="2822102"/>
                  <a:pt x="6350298" y="2823590"/>
                  <a:pt x="6355259" y="2825177"/>
                </a:cubicBezTo>
                <a:cubicBezTo>
                  <a:pt x="6360220" y="2826765"/>
                  <a:pt x="6364685" y="2828253"/>
                  <a:pt x="6368653" y="2829642"/>
                </a:cubicBezTo>
                <a:cubicBezTo>
                  <a:pt x="6372622" y="2831031"/>
                  <a:pt x="6376194" y="2831726"/>
                  <a:pt x="6379369" y="2831726"/>
                </a:cubicBezTo>
                <a:cubicBezTo>
                  <a:pt x="6383337" y="2831726"/>
                  <a:pt x="6386612" y="2830733"/>
                  <a:pt x="6389192" y="2828749"/>
                </a:cubicBezTo>
                <a:cubicBezTo>
                  <a:pt x="6391771" y="2826765"/>
                  <a:pt x="6393855" y="2823193"/>
                  <a:pt x="6395443" y="2818033"/>
                </a:cubicBezTo>
                <a:cubicBezTo>
                  <a:pt x="6397030" y="2812874"/>
                  <a:pt x="6398220" y="2805730"/>
                  <a:pt x="6399014" y="2796602"/>
                </a:cubicBezTo>
                <a:cubicBezTo>
                  <a:pt x="6399808" y="2787474"/>
                  <a:pt x="6400205" y="2775766"/>
                  <a:pt x="6400205" y="2761479"/>
                </a:cubicBezTo>
                <a:cubicBezTo>
                  <a:pt x="6400205" y="2747191"/>
                  <a:pt x="6400006" y="2735880"/>
                  <a:pt x="6399610" y="2727546"/>
                </a:cubicBezTo>
                <a:cubicBezTo>
                  <a:pt x="6399213" y="2719212"/>
                  <a:pt x="6398617" y="2712961"/>
                  <a:pt x="6397824" y="2708794"/>
                </a:cubicBezTo>
                <a:cubicBezTo>
                  <a:pt x="6397030" y="2704627"/>
                  <a:pt x="6396137" y="2701352"/>
                  <a:pt x="6395145" y="2698971"/>
                </a:cubicBezTo>
                <a:cubicBezTo>
                  <a:pt x="6394152" y="2696590"/>
                  <a:pt x="6392565" y="2694407"/>
                  <a:pt x="6390382" y="2692423"/>
                </a:cubicBezTo>
                <a:cubicBezTo>
                  <a:pt x="6388199" y="2690438"/>
                  <a:pt x="6384726" y="2688553"/>
                  <a:pt x="6379964" y="2686767"/>
                </a:cubicBezTo>
                <a:cubicBezTo>
                  <a:pt x="6375202" y="2684981"/>
                  <a:pt x="6369645" y="2683394"/>
                  <a:pt x="6363296" y="2682004"/>
                </a:cubicBezTo>
                <a:cubicBezTo>
                  <a:pt x="6356945" y="2680615"/>
                  <a:pt x="6350794" y="2679623"/>
                  <a:pt x="6344840" y="2679028"/>
                </a:cubicBezTo>
                <a:cubicBezTo>
                  <a:pt x="6338888" y="2678433"/>
                  <a:pt x="6333331" y="2678135"/>
                  <a:pt x="6328172" y="2678135"/>
                </a:cubicBezTo>
                <a:close/>
                <a:moveTo>
                  <a:pt x="4790479" y="2678135"/>
                </a:moveTo>
                <a:cubicBezTo>
                  <a:pt x="4826595" y="2678135"/>
                  <a:pt x="4857055" y="2684088"/>
                  <a:pt x="4881859" y="2695994"/>
                </a:cubicBezTo>
                <a:cubicBezTo>
                  <a:pt x="4906664" y="2707901"/>
                  <a:pt x="4926707" y="2724073"/>
                  <a:pt x="4941986" y="2744513"/>
                </a:cubicBezTo>
                <a:cubicBezTo>
                  <a:pt x="4957266" y="2764951"/>
                  <a:pt x="4968279" y="2788863"/>
                  <a:pt x="4975026" y="2816247"/>
                </a:cubicBezTo>
                <a:cubicBezTo>
                  <a:pt x="4981773" y="2843632"/>
                  <a:pt x="4985146" y="2876572"/>
                  <a:pt x="4985146" y="2915070"/>
                </a:cubicBezTo>
                <a:lnTo>
                  <a:pt x="4985146" y="3243087"/>
                </a:lnTo>
                <a:cubicBezTo>
                  <a:pt x="4985146" y="3247055"/>
                  <a:pt x="4983956" y="3250528"/>
                  <a:pt x="4981574" y="3253505"/>
                </a:cubicBezTo>
                <a:cubicBezTo>
                  <a:pt x="4979193" y="3256481"/>
                  <a:pt x="4975225" y="3258962"/>
                  <a:pt x="4969668" y="3260946"/>
                </a:cubicBezTo>
                <a:cubicBezTo>
                  <a:pt x="4964112" y="3262930"/>
                  <a:pt x="4956472" y="3264419"/>
                  <a:pt x="4946748" y="3265411"/>
                </a:cubicBezTo>
                <a:cubicBezTo>
                  <a:pt x="4937025" y="3266403"/>
                  <a:pt x="4925020" y="3266899"/>
                  <a:pt x="4910732" y="3266899"/>
                </a:cubicBezTo>
                <a:cubicBezTo>
                  <a:pt x="4896048" y="3266899"/>
                  <a:pt x="4883844" y="3266403"/>
                  <a:pt x="4874120" y="3265411"/>
                </a:cubicBezTo>
                <a:cubicBezTo>
                  <a:pt x="4864397" y="3264419"/>
                  <a:pt x="4856757" y="3262930"/>
                  <a:pt x="4851201" y="3260946"/>
                </a:cubicBezTo>
                <a:cubicBezTo>
                  <a:pt x="4845645" y="3258962"/>
                  <a:pt x="4841676" y="3256481"/>
                  <a:pt x="4839295" y="3253505"/>
                </a:cubicBezTo>
                <a:cubicBezTo>
                  <a:pt x="4836913" y="3250528"/>
                  <a:pt x="4835723" y="3247055"/>
                  <a:pt x="4835723" y="3243087"/>
                </a:cubicBezTo>
                <a:lnTo>
                  <a:pt x="4835723" y="2940072"/>
                </a:lnTo>
                <a:cubicBezTo>
                  <a:pt x="4835723" y="2914276"/>
                  <a:pt x="4833838" y="2894035"/>
                  <a:pt x="4830067" y="2879351"/>
                </a:cubicBezTo>
                <a:cubicBezTo>
                  <a:pt x="4826297" y="2864666"/>
                  <a:pt x="4820840" y="2852066"/>
                  <a:pt x="4813696" y="2841548"/>
                </a:cubicBezTo>
                <a:cubicBezTo>
                  <a:pt x="4806552" y="2831031"/>
                  <a:pt x="4797325" y="2822895"/>
                  <a:pt x="4786014" y="2817140"/>
                </a:cubicBezTo>
                <a:cubicBezTo>
                  <a:pt x="4774703" y="2811386"/>
                  <a:pt x="4761507" y="2808509"/>
                  <a:pt x="4746426" y="2808509"/>
                </a:cubicBezTo>
                <a:cubicBezTo>
                  <a:pt x="4727376" y="2808509"/>
                  <a:pt x="4708128" y="2815454"/>
                  <a:pt x="4688681" y="2829344"/>
                </a:cubicBezTo>
                <a:cubicBezTo>
                  <a:pt x="4669234" y="2843235"/>
                  <a:pt x="4648993" y="2863476"/>
                  <a:pt x="4627959" y="2890066"/>
                </a:cubicBezTo>
                <a:lnTo>
                  <a:pt x="4627959" y="3243087"/>
                </a:lnTo>
                <a:cubicBezTo>
                  <a:pt x="4627959" y="3247055"/>
                  <a:pt x="4626768" y="3250528"/>
                  <a:pt x="4624387" y="3253505"/>
                </a:cubicBezTo>
                <a:cubicBezTo>
                  <a:pt x="4622006" y="3256481"/>
                  <a:pt x="4617938" y="3258962"/>
                  <a:pt x="4612183" y="3260946"/>
                </a:cubicBezTo>
                <a:cubicBezTo>
                  <a:pt x="4606429" y="3262930"/>
                  <a:pt x="4598789" y="3264419"/>
                  <a:pt x="4589264" y="3265411"/>
                </a:cubicBezTo>
                <a:cubicBezTo>
                  <a:pt x="4579739" y="3266403"/>
                  <a:pt x="4567634" y="3266899"/>
                  <a:pt x="4552950" y="3266899"/>
                </a:cubicBezTo>
                <a:cubicBezTo>
                  <a:pt x="4538265" y="3266899"/>
                  <a:pt x="4526160" y="3266403"/>
                  <a:pt x="4516635" y="3265411"/>
                </a:cubicBezTo>
                <a:cubicBezTo>
                  <a:pt x="4507110" y="3264419"/>
                  <a:pt x="4499471" y="3262930"/>
                  <a:pt x="4493716" y="3260946"/>
                </a:cubicBezTo>
                <a:cubicBezTo>
                  <a:pt x="4487961" y="3258962"/>
                  <a:pt x="4483893" y="3256481"/>
                  <a:pt x="4481512" y="3253505"/>
                </a:cubicBezTo>
                <a:cubicBezTo>
                  <a:pt x="4479131" y="3250528"/>
                  <a:pt x="4477940" y="3247055"/>
                  <a:pt x="4477940" y="3243087"/>
                </a:cubicBezTo>
                <a:lnTo>
                  <a:pt x="4477940" y="2712068"/>
                </a:lnTo>
                <a:cubicBezTo>
                  <a:pt x="4477940" y="2708099"/>
                  <a:pt x="4478932" y="2704627"/>
                  <a:pt x="4480917" y="2701650"/>
                </a:cubicBezTo>
                <a:cubicBezTo>
                  <a:pt x="4482901" y="2698673"/>
                  <a:pt x="4486473" y="2696193"/>
                  <a:pt x="4491632" y="2694209"/>
                </a:cubicBezTo>
                <a:cubicBezTo>
                  <a:pt x="4496792" y="2692224"/>
                  <a:pt x="4503439" y="2690736"/>
                  <a:pt x="4511575" y="2689744"/>
                </a:cubicBezTo>
                <a:cubicBezTo>
                  <a:pt x="4519711" y="2688751"/>
                  <a:pt x="4529931" y="2688255"/>
                  <a:pt x="4542234" y="2688255"/>
                </a:cubicBezTo>
                <a:cubicBezTo>
                  <a:pt x="4554934" y="2688255"/>
                  <a:pt x="4565451" y="2688751"/>
                  <a:pt x="4573785" y="2689744"/>
                </a:cubicBezTo>
                <a:cubicBezTo>
                  <a:pt x="4582120" y="2690736"/>
                  <a:pt x="4588569" y="2692224"/>
                  <a:pt x="4593133" y="2694209"/>
                </a:cubicBezTo>
                <a:cubicBezTo>
                  <a:pt x="4597697" y="2696193"/>
                  <a:pt x="4600971" y="2698673"/>
                  <a:pt x="4602956" y="2701650"/>
                </a:cubicBezTo>
                <a:cubicBezTo>
                  <a:pt x="4604940" y="2704627"/>
                  <a:pt x="4605932" y="2708099"/>
                  <a:pt x="4605932" y="2712068"/>
                </a:cubicBezTo>
                <a:lnTo>
                  <a:pt x="4605932" y="2773385"/>
                </a:lnTo>
                <a:cubicBezTo>
                  <a:pt x="4635301" y="2741635"/>
                  <a:pt x="4665166" y="2717823"/>
                  <a:pt x="4695527" y="2701947"/>
                </a:cubicBezTo>
                <a:cubicBezTo>
                  <a:pt x="4725888" y="2686072"/>
                  <a:pt x="4757539" y="2678135"/>
                  <a:pt x="4790479" y="2678135"/>
                </a:cubicBezTo>
                <a:close/>
                <a:moveTo>
                  <a:pt x="3303389" y="2678135"/>
                </a:moveTo>
                <a:cubicBezTo>
                  <a:pt x="3320057" y="2678135"/>
                  <a:pt x="3336230" y="2679326"/>
                  <a:pt x="3351907" y="2681707"/>
                </a:cubicBezTo>
                <a:cubicBezTo>
                  <a:pt x="3367583" y="2684088"/>
                  <a:pt x="3381771" y="2687065"/>
                  <a:pt x="3394472" y="2690637"/>
                </a:cubicBezTo>
                <a:cubicBezTo>
                  <a:pt x="3407171" y="2694209"/>
                  <a:pt x="3417887" y="2698078"/>
                  <a:pt x="3426618" y="2702245"/>
                </a:cubicBezTo>
                <a:cubicBezTo>
                  <a:pt x="3435350" y="2706413"/>
                  <a:pt x="3441600" y="2709984"/>
                  <a:pt x="3445371" y="2712961"/>
                </a:cubicBezTo>
                <a:cubicBezTo>
                  <a:pt x="3449141" y="2715937"/>
                  <a:pt x="3451820" y="2718914"/>
                  <a:pt x="3453407" y="2721890"/>
                </a:cubicBezTo>
                <a:cubicBezTo>
                  <a:pt x="3454995" y="2724867"/>
                  <a:pt x="3456186" y="2728439"/>
                  <a:pt x="3456979" y="2732606"/>
                </a:cubicBezTo>
                <a:cubicBezTo>
                  <a:pt x="3457773" y="2736773"/>
                  <a:pt x="3458468" y="2741933"/>
                  <a:pt x="3459063" y="2748084"/>
                </a:cubicBezTo>
                <a:cubicBezTo>
                  <a:pt x="3459658" y="2754236"/>
                  <a:pt x="3459956" y="2761876"/>
                  <a:pt x="3459956" y="2771004"/>
                </a:cubicBezTo>
                <a:cubicBezTo>
                  <a:pt x="3459956" y="2781719"/>
                  <a:pt x="3459658" y="2790451"/>
                  <a:pt x="3459063" y="2797197"/>
                </a:cubicBezTo>
                <a:cubicBezTo>
                  <a:pt x="3458468" y="2803945"/>
                  <a:pt x="3457475" y="2809302"/>
                  <a:pt x="3456086" y="2813271"/>
                </a:cubicBezTo>
                <a:cubicBezTo>
                  <a:pt x="3454697" y="2817240"/>
                  <a:pt x="3452812" y="2819919"/>
                  <a:pt x="3450431" y="2821308"/>
                </a:cubicBezTo>
                <a:cubicBezTo>
                  <a:pt x="3448050" y="2822697"/>
                  <a:pt x="3445271" y="2823391"/>
                  <a:pt x="3442097" y="2823391"/>
                </a:cubicBezTo>
                <a:cubicBezTo>
                  <a:pt x="3438525" y="2823391"/>
                  <a:pt x="3432968" y="2821308"/>
                  <a:pt x="3425428" y="2817140"/>
                </a:cubicBezTo>
                <a:cubicBezTo>
                  <a:pt x="3417887" y="2812973"/>
                  <a:pt x="3408461" y="2808509"/>
                  <a:pt x="3397150" y="2803746"/>
                </a:cubicBezTo>
                <a:cubicBezTo>
                  <a:pt x="3385840" y="2798983"/>
                  <a:pt x="3372743" y="2794519"/>
                  <a:pt x="3357860" y="2790352"/>
                </a:cubicBezTo>
                <a:cubicBezTo>
                  <a:pt x="3342977" y="2786184"/>
                  <a:pt x="3326011" y="2784101"/>
                  <a:pt x="3306961" y="2784101"/>
                </a:cubicBezTo>
                <a:cubicBezTo>
                  <a:pt x="3293467" y="2784101"/>
                  <a:pt x="3281759" y="2785490"/>
                  <a:pt x="3271837" y="2788268"/>
                </a:cubicBezTo>
                <a:cubicBezTo>
                  <a:pt x="3261915" y="2791046"/>
                  <a:pt x="3253779" y="2795015"/>
                  <a:pt x="3247429" y="2800174"/>
                </a:cubicBezTo>
                <a:cubicBezTo>
                  <a:pt x="3241079" y="2805334"/>
                  <a:pt x="3236317" y="2811386"/>
                  <a:pt x="3233142" y="2818331"/>
                </a:cubicBezTo>
                <a:cubicBezTo>
                  <a:pt x="3229967" y="2825277"/>
                  <a:pt x="3228379" y="2832718"/>
                  <a:pt x="3228379" y="2840655"/>
                </a:cubicBezTo>
                <a:cubicBezTo>
                  <a:pt x="3228379" y="2852958"/>
                  <a:pt x="3232149" y="2863277"/>
                  <a:pt x="3239690" y="2871612"/>
                </a:cubicBezTo>
                <a:cubicBezTo>
                  <a:pt x="3247231" y="2879946"/>
                  <a:pt x="3257153" y="2887288"/>
                  <a:pt x="3269456" y="2893638"/>
                </a:cubicBezTo>
                <a:cubicBezTo>
                  <a:pt x="3281759" y="2899988"/>
                  <a:pt x="3295749" y="2905941"/>
                  <a:pt x="3311425" y="2911497"/>
                </a:cubicBezTo>
                <a:cubicBezTo>
                  <a:pt x="3327102" y="2917054"/>
                  <a:pt x="3342977" y="2923106"/>
                  <a:pt x="3359050" y="2929655"/>
                </a:cubicBezTo>
                <a:cubicBezTo>
                  <a:pt x="3375124" y="2936203"/>
                  <a:pt x="3390999" y="2943843"/>
                  <a:pt x="3406675" y="2952574"/>
                </a:cubicBezTo>
                <a:cubicBezTo>
                  <a:pt x="3422352" y="2961305"/>
                  <a:pt x="3436342" y="2972021"/>
                  <a:pt x="3448645" y="2984721"/>
                </a:cubicBezTo>
                <a:cubicBezTo>
                  <a:pt x="3460948" y="2997421"/>
                  <a:pt x="3470870" y="3012601"/>
                  <a:pt x="3478411" y="3030262"/>
                </a:cubicBezTo>
                <a:cubicBezTo>
                  <a:pt x="3485951" y="3047923"/>
                  <a:pt x="3489722" y="3068858"/>
                  <a:pt x="3489722" y="3093068"/>
                </a:cubicBezTo>
                <a:cubicBezTo>
                  <a:pt x="3489722" y="3123230"/>
                  <a:pt x="3484066" y="3149821"/>
                  <a:pt x="3472755" y="3172840"/>
                </a:cubicBezTo>
                <a:cubicBezTo>
                  <a:pt x="3461444" y="3195859"/>
                  <a:pt x="3445470" y="3215107"/>
                  <a:pt x="3424832" y="3230585"/>
                </a:cubicBezTo>
                <a:cubicBezTo>
                  <a:pt x="3404195" y="3246063"/>
                  <a:pt x="3379787" y="3257672"/>
                  <a:pt x="3351609" y="3265411"/>
                </a:cubicBezTo>
                <a:cubicBezTo>
                  <a:pt x="3323431" y="3273150"/>
                  <a:pt x="3292871" y="3277019"/>
                  <a:pt x="3259931" y="3277019"/>
                </a:cubicBezTo>
                <a:cubicBezTo>
                  <a:pt x="3240087" y="3277019"/>
                  <a:pt x="3221136" y="3275531"/>
                  <a:pt x="3203079" y="3272555"/>
                </a:cubicBezTo>
                <a:cubicBezTo>
                  <a:pt x="3185021" y="3269578"/>
                  <a:pt x="3168848" y="3265808"/>
                  <a:pt x="3154561" y="3261244"/>
                </a:cubicBezTo>
                <a:cubicBezTo>
                  <a:pt x="3140273" y="3256680"/>
                  <a:pt x="3128367" y="3252016"/>
                  <a:pt x="3118842" y="3247254"/>
                </a:cubicBezTo>
                <a:cubicBezTo>
                  <a:pt x="3109317" y="3242491"/>
                  <a:pt x="3102371" y="3238026"/>
                  <a:pt x="3098006" y="3233859"/>
                </a:cubicBezTo>
                <a:cubicBezTo>
                  <a:pt x="3093640" y="3229692"/>
                  <a:pt x="3090267" y="3223144"/>
                  <a:pt x="3087886" y="3214214"/>
                </a:cubicBezTo>
                <a:cubicBezTo>
                  <a:pt x="3085504" y="3205284"/>
                  <a:pt x="3084314" y="3192088"/>
                  <a:pt x="3084314" y="3174626"/>
                </a:cubicBezTo>
                <a:cubicBezTo>
                  <a:pt x="3084314" y="3163116"/>
                  <a:pt x="3084711" y="3153889"/>
                  <a:pt x="3085504" y="3146944"/>
                </a:cubicBezTo>
                <a:cubicBezTo>
                  <a:pt x="3086298" y="3139998"/>
                  <a:pt x="3087489" y="3134442"/>
                  <a:pt x="3089076" y="3130275"/>
                </a:cubicBezTo>
                <a:cubicBezTo>
                  <a:pt x="3090664" y="3126108"/>
                  <a:pt x="3092648" y="3123330"/>
                  <a:pt x="3095029" y="3121940"/>
                </a:cubicBezTo>
                <a:cubicBezTo>
                  <a:pt x="3097411" y="3120551"/>
                  <a:pt x="3100387" y="3119857"/>
                  <a:pt x="3103959" y="3119857"/>
                </a:cubicBezTo>
                <a:cubicBezTo>
                  <a:pt x="3108324" y="3119857"/>
                  <a:pt x="3114774" y="3122337"/>
                  <a:pt x="3123307" y="3127298"/>
                </a:cubicBezTo>
                <a:cubicBezTo>
                  <a:pt x="3131839" y="3132259"/>
                  <a:pt x="3142456" y="3137716"/>
                  <a:pt x="3155156" y="3143669"/>
                </a:cubicBezTo>
                <a:cubicBezTo>
                  <a:pt x="3167856" y="3149623"/>
                  <a:pt x="3182639" y="3155179"/>
                  <a:pt x="3199507" y="3160338"/>
                </a:cubicBezTo>
                <a:cubicBezTo>
                  <a:pt x="3216374" y="3165498"/>
                  <a:pt x="3235523" y="3168077"/>
                  <a:pt x="3256954" y="3168077"/>
                </a:cubicBezTo>
                <a:cubicBezTo>
                  <a:pt x="3270448" y="3168077"/>
                  <a:pt x="3282453" y="3166688"/>
                  <a:pt x="3292971" y="3163910"/>
                </a:cubicBezTo>
                <a:cubicBezTo>
                  <a:pt x="3303488" y="3161132"/>
                  <a:pt x="3312616" y="3157163"/>
                  <a:pt x="3320355" y="3152004"/>
                </a:cubicBezTo>
                <a:cubicBezTo>
                  <a:pt x="3328094" y="3146844"/>
                  <a:pt x="3333948" y="3140296"/>
                  <a:pt x="3337917" y="3132358"/>
                </a:cubicBezTo>
                <a:cubicBezTo>
                  <a:pt x="3341886" y="3124421"/>
                  <a:pt x="3343870" y="3115293"/>
                  <a:pt x="3343870" y="3104974"/>
                </a:cubicBezTo>
                <a:cubicBezTo>
                  <a:pt x="3343870" y="3093068"/>
                  <a:pt x="3340199" y="3082848"/>
                  <a:pt x="3332857" y="3074315"/>
                </a:cubicBezTo>
                <a:cubicBezTo>
                  <a:pt x="3325514" y="3065783"/>
                  <a:pt x="3315791" y="3058341"/>
                  <a:pt x="3303686" y="3051991"/>
                </a:cubicBezTo>
                <a:cubicBezTo>
                  <a:pt x="3291582" y="3045641"/>
                  <a:pt x="3277889" y="3039688"/>
                  <a:pt x="3262610" y="3034132"/>
                </a:cubicBezTo>
                <a:cubicBezTo>
                  <a:pt x="3247330" y="3028576"/>
                  <a:pt x="3231654" y="3022424"/>
                  <a:pt x="3215580" y="3015677"/>
                </a:cubicBezTo>
                <a:cubicBezTo>
                  <a:pt x="3199507" y="3008930"/>
                  <a:pt x="3183830" y="3001191"/>
                  <a:pt x="3168550" y="2992460"/>
                </a:cubicBezTo>
                <a:cubicBezTo>
                  <a:pt x="3153271" y="2983729"/>
                  <a:pt x="3139578" y="2973013"/>
                  <a:pt x="3127474" y="2960313"/>
                </a:cubicBezTo>
                <a:cubicBezTo>
                  <a:pt x="3115369" y="2947613"/>
                  <a:pt x="3105646" y="2932333"/>
                  <a:pt x="3098304" y="2914474"/>
                </a:cubicBezTo>
                <a:cubicBezTo>
                  <a:pt x="3090961" y="2896615"/>
                  <a:pt x="3087290" y="2875183"/>
                  <a:pt x="3087290" y="2850180"/>
                </a:cubicBezTo>
                <a:cubicBezTo>
                  <a:pt x="3087290" y="2824780"/>
                  <a:pt x="3092251" y="2801464"/>
                  <a:pt x="3102173" y="2780231"/>
                </a:cubicBezTo>
                <a:cubicBezTo>
                  <a:pt x="3112095" y="2758998"/>
                  <a:pt x="3126382" y="2740841"/>
                  <a:pt x="3145036" y="2725760"/>
                </a:cubicBezTo>
                <a:cubicBezTo>
                  <a:pt x="3163689" y="2710679"/>
                  <a:pt x="3186410" y="2698971"/>
                  <a:pt x="3213199" y="2690637"/>
                </a:cubicBezTo>
                <a:cubicBezTo>
                  <a:pt x="3239988" y="2682302"/>
                  <a:pt x="3270051" y="2678135"/>
                  <a:pt x="3303389" y="2678135"/>
                </a:cubicBezTo>
                <a:close/>
                <a:moveTo>
                  <a:pt x="2746176" y="2678135"/>
                </a:moveTo>
                <a:cubicBezTo>
                  <a:pt x="2790626" y="2678135"/>
                  <a:pt x="2828627" y="2684684"/>
                  <a:pt x="2860179" y="2697780"/>
                </a:cubicBezTo>
                <a:cubicBezTo>
                  <a:pt x="2891730" y="2710877"/>
                  <a:pt x="2917626" y="2729034"/>
                  <a:pt x="2937867" y="2752251"/>
                </a:cubicBezTo>
                <a:cubicBezTo>
                  <a:pt x="2958107" y="2775469"/>
                  <a:pt x="2972990" y="2802952"/>
                  <a:pt x="2982515" y="2834702"/>
                </a:cubicBezTo>
                <a:cubicBezTo>
                  <a:pt x="2992040" y="2866452"/>
                  <a:pt x="2996803" y="2900980"/>
                  <a:pt x="2996803" y="2938287"/>
                </a:cubicBezTo>
                <a:lnTo>
                  <a:pt x="2996803" y="2962099"/>
                </a:lnTo>
                <a:cubicBezTo>
                  <a:pt x="2996803" y="2980355"/>
                  <a:pt x="2992735" y="2993849"/>
                  <a:pt x="2984599" y="3002580"/>
                </a:cubicBezTo>
                <a:cubicBezTo>
                  <a:pt x="2976463" y="3011312"/>
                  <a:pt x="2965251" y="3015677"/>
                  <a:pt x="2950964" y="3015677"/>
                </a:cubicBezTo>
                <a:lnTo>
                  <a:pt x="2627709" y="3015677"/>
                </a:lnTo>
                <a:cubicBezTo>
                  <a:pt x="2627709" y="3038299"/>
                  <a:pt x="2630388" y="3058838"/>
                  <a:pt x="2635746" y="3077292"/>
                </a:cubicBezTo>
                <a:cubicBezTo>
                  <a:pt x="2641104" y="3095747"/>
                  <a:pt x="2649636" y="3111423"/>
                  <a:pt x="2661344" y="3124322"/>
                </a:cubicBezTo>
                <a:cubicBezTo>
                  <a:pt x="2673052" y="3137220"/>
                  <a:pt x="2688133" y="3147043"/>
                  <a:pt x="2706588" y="3153790"/>
                </a:cubicBezTo>
                <a:cubicBezTo>
                  <a:pt x="2725043" y="3160537"/>
                  <a:pt x="2747168" y="3163910"/>
                  <a:pt x="2772965" y="3163910"/>
                </a:cubicBezTo>
                <a:cubicBezTo>
                  <a:pt x="2799159" y="3163910"/>
                  <a:pt x="2822178" y="3162025"/>
                  <a:pt x="2842022" y="3158254"/>
                </a:cubicBezTo>
                <a:cubicBezTo>
                  <a:pt x="2861865" y="3154484"/>
                  <a:pt x="2879030" y="3150317"/>
                  <a:pt x="2893516" y="3145753"/>
                </a:cubicBezTo>
                <a:cubicBezTo>
                  <a:pt x="2908002" y="3141189"/>
                  <a:pt x="2920007" y="3137022"/>
                  <a:pt x="2929532" y="3133252"/>
                </a:cubicBezTo>
                <a:cubicBezTo>
                  <a:pt x="2939057" y="3129481"/>
                  <a:pt x="2946797" y="3127596"/>
                  <a:pt x="2952750" y="3127596"/>
                </a:cubicBezTo>
                <a:cubicBezTo>
                  <a:pt x="2956322" y="3127596"/>
                  <a:pt x="2959298" y="3128290"/>
                  <a:pt x="2961679" y="3129680"/>
                </a:cubicBezTo>
                <a:cubicBezTo>
                  <a:pt x="2964061" y="3131069"/>
                  <a:pt x="2966045" y="3133549"/>
                  <a:pt x="2967632" y="3137121"/>
                </a:cubicBezTo>
                <a:cubicBezTo>
                  <a:pt x="2969220" y="3140693"/>
                  <a:pt x="2970311" y="3145753"/>
                  <a:pt x="2970907" y="3152301"/>
                </a:cubicBezTo>
                <a:cubicBezTo>
                  <a:pt x="2971502" y="3158850"/>
                  <a:pt x="2971800" y="3167085"/>
                  <a:pt x="2971800" y="3177007"/>
                </a:cubicBezTo>
                <a:cubicBezTo>
                  <a:pt x="2971800" y="3185738"/>
                  <a:pt x="2971601" y="3193180"/>
                  <a:pt x="2971204" y="3199331"/>
                </a:cubicBezTo>
                <a:cubicBezTo>
                  <a:pt x="2970807" y="3205483"/>
                  <a:pt x="2970212" y="3210741"/>
                  <a:pt x="2969418" y="3215107"/>
                </a:cubicBezTo>
                <a:cubicBezTo>
                  <a:pt x="2968625" y="3219472"/>
                  <a:pt x="2967434" y="3223144"/>
                  <a:pt x="2965847" y="3226120"/>
                </a:cubicBezTo>
                <a:cubicBezTo>
                  <a:pt x="2964259" y="3229097"/>
                  <a:pt x="2962175" y="3231974"/>
                  <a:pt x="2959596" y="3234752"/>
                </a:cubicBezTo>
                <a:cubicBezTo>
                  <a:pt x="2957016" y="3237530"/>
                  <a:pt x="2949971" y="3241301"/>
                  <a:pt x="2938462" y="3246063"/>
                </a:cubicBezTo>
                <a:cubicBezTo>
                  <a:pt x="2926953" y="3250826"/>
                  <a:pt x="2912268" y="3255489"/>
                  <a:pt x="2894409" y="3260053"/>
                </a:cubicBezTo>
                <a:cubicBezTo>
                  <a:pt x="2876550" y="3264617"/>
                  <a:pt x="2856111" y="3268586"/>
                  <a:pt x="2833092" y="3271959"/>
                </a:cubicBezTo>
                <a:cubicBezTo>
                  <a:pt x="2810073" y="3275333"/>
                  <a:pt x="2785467" y="3277019"/>
                  <a:pt x="2759273" y="3277019"/>
                </a:cubicBezTo>
                <a:cubicBezTo>
                  <a:pt x="2712045" y="3277019"/>
                  <a:pt x="2670671" y="3271066"/>
                  <a:pt x="2635150" y="3259160"/>
                </a:cubicBezTo>
                <a:cubicBezTo>
                  <a:pt x="2599630" y="3247254"/>
                  <a:pt x="2569964" y="3229196"/>
                  <a:pt x="2546151" y="3204987"/>
                </a:cubicBezTo>
                <a:cubicBezTo>
                  <a:pt x="2522339" y="3180777"/>
                  <a:pt x="2504578" y="3150218"/>
                  <a:pt x="2492871" y="3113309"/>
                </a:cubicBezTo>
                <a:cubicBezTo>
                  <a:pt x="2481163" y="3076399"/>
                  <a:pt x="2475309" y="3033140"/>
                  <a:pt x="2475309" y="2983530"/>
                </a:cubicBezTo>
                <a:cubicBezTo>
                  <a:pt x="2475309" y="2936302"/>
                  <a:pt x="2481461" y="2893738"/>
                  <a:pt x="2493764" y="2855836"/>
                </a:cubicBezTo>
                <a:cubicBezTo>
                  <a:pt x="2506067" y="2817934"/>
                  <a:pt x="2523926" y="2785787"/>
                  <a:pt x="2547342" y="2759395"/>
                </a:cubicBezTo>
                <a:cubicBezTo>
                  <a:pt x="2570758" y="2733003"/>
                  <a:pt x="2599233" y="2712862"/>
                  <a:pt x="2632769" y="2698971"/>
                </a:cubicBezTo>
                <a:cubicBezTo>
                  <a:pt x="2666305" y="2685080"/>
                  <a:pt x="2704108" y="2678135"/>
                  <a:pt x="2746176" y="2678135"/>
                </a:cubicBezTo>
                <a:close/>
                <a:moveTo>
                  <a:pt x="1899642" y="2615627"/>
                </a:moveTo>
                <a:lnTo>
                  <a:pt x="1899642" y="3139502"/>
                </a:lnTo>
                <a:lnTo>
                  <a:pt x="1981200" y="3139502"/>
                </a:lnTo>
                <a:cubicBezTo>
                  <a:pt x="2024063" y="3139502"/>
                  <a:pt x="2060178" y="3133946"/>
                  <a:pt x="2089547" y="3122834"/>
                </a:cubicBezTo>
                <a:cubicBezTo>
                  <a:pt x="2118916" y="3111721"/>
                  <a:pt x="2143423" y="3094953"/>
                  <a:pt x="2163068" y="3072530"/>
                </a:cubicBezTo>
                <a:cubicBezTo>
                  <a:pt x="2182713" y="3050106"/>
                  <a:pt x="2197398" y="3022226"/>
                  <a:pt x="2207122" y="2988888"/>
                </a:cubicBezTo>
                <a:cubicBezTo>
                  <a:pt x="2216845" y="2955551"/>
                  <a:pt x="2221706" y="2916657"/>
                  <a:pt x="2221706" y="2872207"/>
                </a:cubicBezTo>
                <a:cubicBezTo>
                  <a:pt x="2221706" y="2835694"/>
                  <a:pt x="2217440" y="2801762"/>
                  <a:pt x="2208907" y="2770409"/>
                </a:cubicBezTo>
                <a:cubicBezTo>
                  <a:pt x="2200375" y="2739055"/>
                  <a:pt x="2186682" y="2711869"/>
                  <a:pt x="2167831" y="2688851"/>
                </a:cubicBezTo>
                <a:cubicBezTo>
                  <a:pt x="2148979" y="2665832"/>
                  <a:pt x="2124770" y="2647873"/>
                  <a:pt x="2095202" y="2634975"/>
                </a:cubicBezTo>
                <a:cubicBezTo>
                  <a:pt x="2065635" y="2622076"/>
                  <a:pt x="2026841" y="2615627"/>
                  <a:pt x="1978819" y="2615627"/>
                </a:cubicBezTo>
                <a:close/>
                <a:moveTo>
                  <a:pt x="5576887" y="2613841"/>
                </a:moveTo>
                <a:lnTo>
                  <a:pt x="5576887" y="2875183"/>
                </a:lnTo>
                <a:lnTo>
                  <a:pt x="5647134" y="2875183"/>
                </a:lnTo>
                <a:cubicBezTo>
                  <a:pt x="5672137" y="2875183"/>
                  <a:pt x="5693073" y="2871810"/>
                  <a:pt x="5709940" y="2865063"/>
                </a:cubicBezTo>
                <a:cubicBezTo>
                  <a:pt x="5726807" y="2858316"/>
                  <a:pt x="5740599" y="2848890"/>
                  <a:pt x="5751314" y="2836786"/>
                </a:cubicBezTo>
                <a:cubicBezTo>
                  <a:pt x="5762029" y="2824681"/>
                  <a:pt x="5770166" y="2810195"/>
                  <a:pt x="5775722" y="2793328"/>
                </a:cubicBezTo>
                <a:cubicBezTo>
                  <a:pt x="5781278" y="2776461"/>
                  <a:pt x="5784057" y="2758105"/>
                  <a:pt x="5784057" y="2738262"/>
                </a:cubicBezTo>
                <a:cubicBezTo>
                  <a:pt x="5784057" y="2711274"/>
                  <a:pt x="5779294" y="2689049"/>
                  <a:pt x="5769769" y="2671587"/>
                </a:cubicBezTo>
                <a:cubicBezTo>
                  <a:pt x="5760244" y="2654124"/>
                  <a:pt x="5748536" y="2641226"/>
                  <a:pt x="5734645" y="2632891"/>
                </a:cubicBezTo>
                <a:cubicBezTo>
                  <a:pt x="5720755" y="2624557"/>
                  <a:pt x="5706169" y="2619298"/>
                  <a:pt x="5690890" y="2617115"/>
                </a:cubicBezTo>
                <a:cubicBezTo>
                  <a:pt x="5675610" y="2614933"/>
                  <a:pt x="5659834" y="2613841"/>
                  <a:pt x="5643562" y="2613841"/>
                </a:cubicBezTo>
                <a:close/>
                <a:moveTo>
                  <a:pt x="5473302" y="2492993"/>
                </a:moveTo>
                <a:lnTo>
                  <a:pt x="5654873" y="2492993"/>
                </a:lnTo>
                <a:cubicBezTo>
                  <a:pt x="5673130" y="2492993"/>
                  <a:pt x="5690493" y="2493687"/>
                  <a:pt x="5706963" y="2495076"/>
                </a:cubicBezTo>
                <a:cubicBezTo>
                  <a:pt x="5723434" y="2496465"/>
                  <a:pt x="5743178" y="2499442"/>
                  <a:pt x="5766197" y="2504006"/>
                </a:cubicBezTo>
                <a:cubicBezTo>
                  <a:pt x="5789216" y="2508570"/>
                  <a:pt x="5812532" y="2517004"/>
                  <a:pt x="5836146" y="2529307"/>
                </a:cubicBezTo>
                <a:cubicBezTo>
                  <a:pt x="5859760" y="2541610"/>
                  <a:pt x="5879901" y="2557187"/>
                  <a:pt x="5896570" y="2576039"/>
                </a:cubicBezTo>
                <a:cubicBezTo>
                  <a:pt x="5913239" y="2594891"/>
                  <a:pt x="5925939" y="2616917"/>
                  <a:pt x="5934671" y="2642119"/>
                </a:cubicBezTo>
                <a:cubicBezTo>
                  <a:pt x="5943402" y="2667320"/>
                  <a:pt x="5947767" y="2695598"/>
                  <a:pt x="5947767" y="2726951"/>
                </a:cubicBezTo>
                <a:cubicBezTo>
                  <a:pt x="5947767" y="2770210"/>
                  <a:pt x="5941020" y="2808509"/>
                  <a:pt x="5927526" y="2841846"/>
                </a:cubicBezTo>
                <a:cubicBezTo>
                  <a:pt x="5914033" y="2875183"/>
                  <a:pt x="5894388" y="2903263"/>
                  <a:pt x="5868590" y="2926083"/>
                </a:cubicBezTo>
                <a:cubicBezTo>
                  <a:pt x="5842794" y="2948903"/>
                  <a:pt x="5811143" y="2966266"/>
                  <a:pt x="5773638" y="2978172"/>
                </a:cubicBezTo>
                <a:cubicBezTo>
                  <a:pt x="5736133" y="2990079"/>
                  <a:pt x="5691981" y="2996032"/>
                  <a:pt x="5641181" y="2996032"/>
                </a:cubicBezTo>
                <a:lnTo>
                  <a:pt x="5576887" y="2996032"/>
                </a:lnTo>
                <a:lnTo>
                  <a:pt x="5576887" y="3241896"/>
                </a:lnTo>
                <a:cubicBezTo>
                  <a:pt x="5576887" y="3245865"/>
                  <a:pt x="5575597" y="3249437"/>
                  <a:pt x="5573017" y="3252612"/>
                </a:cubicBezTo>
                <a:cubicBezTo>
                  <a:pt x="5570438" y="3255787"/>
                  <a:pt x="5566172" y="3258366"/>
                  <a:pt x="5560218" y="3260351"/>
                </a:cubicBezTo>
                <a:cubicBezTo>
                  <a:pt x="5554265" y="3262335"/>
                  <a:pt x="5546328" y="3263923"/>
                  <a:pt x="5536406" y="3265113"/>
                </a:cubicBezTo>
                <a:cubicBezTo>
                  <a:pt x="5526484" y="3266304"/>
                  <a:pt x="5513784" y="3266899"/>
                  <a:pt x="5498306" y="3266899"/>
                </a:cubicBezTo>
                <a:cubicBezTo>
                  <a:pt x="5483224" y="3266899"/>
                  <a:pt x="5470623" y="3266304"/>
                  <a:pt x="5460503" y="3265113"/>
                </a:cubicBezTo>
                <a:cubicBezTo>
                  <a:pt x="5450383" y="3263923"/>
                  <a:pt x="5442347" y="3262335"/>
                  <a:pt x="5436393" y="3260351"/>
                </a:cubicBezTo>
                <a:cubicBezTo>
                  <a:pt x="5430440" y="3258366"/>
                  <a:pt x="5426273" y="3255787"/>
                  <a:pt x="5423891" y="3252612"/>
                </a:cubicBezTo>
                <a:cubicBezTo>
                  <a:pt x="5421510" y="3249437"/>
                  <a:pt x="5420320" y="3245865"/>
                  <a:pt x="5420320" y="3241896"/>
                </a:cubicBezTo>
                <a:lnTo>
                  <a:pt x="5420320" y="2548952"/>
                </a:lnTo>
                <a:cubicBezTo>
                  <a:pt x="5420320" y="2530299"/>
                  <a:pt x="5425181" y="2516309"/>
                  <a:pt x="5434905" y="2506983"/>
                </a:cubicBezTo>
                <a:cubicBezTo>
                  <a:pt x="5444629" y="2497656"/>
                  <a:pt x="5457428" y="2492993"/>
                  <a:pt x="5473302" y="2492993"/>
                </a:cubicBezTo>
                <a:close/>
                <a:moveTo>
                  <a:pt x="1790105" y="2492993"/>
                </a:moveTo>
                <a:lnTo>
                  <a:pt x="1987748" y="2492993"/>
                </a:lnTo>
                <a:cubicBezTo>
                  <a:pt x="2056408" y="2492993"/>
                  <a:pt x="2114649" y="2501029"/>
                  <a:pt x="2162473" y="2517103"/>
                </a:cubicBezTo>
                <a:cubicBezTo>
                  <a:pt x="2210296" y="2533176"/>
                  <a:pt x="2250579" y="2556989"/>
                  <a:pt x="2283321" y="2588541"/>
                </a:cubicBezTo>
                <a:cubicBezTo>
                  <a:pt x="2316063" y="2620092"/>
                  <a:pt x="2340967" y="2659085"/>
                  <a:pt x="2358032" y="2705519"/>
                </a:cubicBezTo>
                <a:cubicBezTo>
                  <a:pt x="2375098" y="2751954"/>
                  <a:pt x="2383631" y="2805730"/>
                  <a:pt x="2383631" y="2866849"/>
                </a:cubicBezTo>
                <a:cubicBezTo>
                  <a:pt x="2383631" y="2937493"/>
                  <a:pt x="2374404" y="2997917"/>
                  <a:pt x="2355949" y="3048122"/>
                </a:cubicBezTo>
                <a:cubicBezTo>
                  <a:pt x="2337494" y="3098327"/>
                  <a:pt x="2311003" y="3139304"/>
                  <a:pt x="2276475" y="3171054"/>
                </a:cubicBezTo>
                <a:cubicBezTo>
                  <a:pt x="2241947" y="3202804"/>
                  <a:pt x="2199978" y="3226120"/>
                  <a:pt x="2150567" y="3241003"/>
                </a:cubicBezTo>
                <a:cubicBezTo>
                  <a:pt x="2101156" y="3255886"/>
                  <a:pt x="2042319" y="3263327"/>
                  <a:pt x="1974057" y="3263327"/>
                </a:cubicBezTo>
                <a:lnTo>
                  <a:pt x="1790105" y="3263327"/>
                </a:lnTo>
                <a:cubicBezTo>
                  <a:pt x="1777008" y="3263327"/>
                  <a:pt x="1765995" y="3259458"/>
                  <a:pt x="1757065" y="3251719"/>
                </a:cubicBezTo>
                <a:cubicBezTo>
                  <a:pt x="1748135" y="3243980"/>
                  <a:pt x="1743670" y="3231379"/>
                  <a:pt x="1743670" y="3213916"/>
                </a:cubicBezTo>
                <a:lnTo>
                  <a:pt x="1743670" y="2542404"/>
                </a:lnTo>
                <a:cubicBezTo>
                  <a:pt x="1743670" y="2524941"/>
                  <a:pt x="1748135" y="2512341"/>
                  <a:pt x="1757065" y="2504601"/>
                </a:cubicBezTo>
                <a:cubicBezTo>
                  <a:pt x="1765995" y="2496862"/>
                  <a:pt x="1777008" y="2492993"/>
                  <a:pt x="1790105" y="2492993"/>
                </a:cubicBezTo>
                <a:close/>
                <a:moveTo>
                  <a:pt x="834033" y="2489421"/>
                </a:moveTo>
                <a:cubicBezTo>
                  <a:pt x="852686" y="2489421"/>
                  <a:pt x="867469" y="2489818"/>
                  <a:pt x="878384" y="2490612"/>
                </a:cubicBezTo>
                <a:cubicBezTo>
                  <a:pt x="889298" y="2491406"/>
                  <a:pt x="897930" y="2492695"/>
                  <a:pt x="904280" y="2494481"/>
                </a:cubicBezTo>
                <a:cubicBezTo>
                  <a:pt x="910630" y="2496267"/>
                  <a:pt x="915094" y="2498748"/>
                  <a:pt x="917675" y="2501923"/>
                </a:cubicBezTo>
                <a:cubicBezTo>
                  <a:pt x="920254" y="2505097"/>
                  <a:pt x="922735" y="2509066"/>
                  <a:pt x="925116" y="2513829"/>
                </a:cubicBezTo>
                <a:lnTo>
                  <a:pt x="1060252" y="2768623"/>
                </a:lnTo>
                <a:lnTo>
                  <a:pt x="1191816" y="2513829"/>
                </a:lnTo>
                <a:cubicBezTo>
                  <a:pt x="1194197" y="2509066"/>
                  <a:pt x="1196677" y="2505097"/>
                  <a:pt x="1199257" y="2501923"/>
                </a:cubicBezTo>
                <a:cubicBezTo>
                  <a:pt x="1201837" y="2498748"/>
                  <a:pt x="1206004" y="2496267"/>
                  <a:pt x="1211759" y="2494481"/>
                </a:cubicBezTo>
                <a:cubicBezTo>
                  <a:pt x="1217514" y="2492695"/>
                  <a:pt x="1225451" y="2491406"/>
                  <a:pt x="1235571" y="2490612"/>
                </a:cubicBezTo>
                <a:cubicBezTo>
                  <a:pt x="1245691" y="2489818"/>
                  <a:pt x="1259681" y="2489421"/>
                  <a:pt x="1277541" y="2489421"/>
                </a:cubicBezTo>
                <a:cubicBezTo>
                  <a:pt x="1297384" y="2489421"/>
                  <a:pt x="1313061" y="2489917"/>
                  <a:pt x="1324570" y="2490909"/>
                </a:cubicBezTo>
                <a:cubicBezTo>
                  <a:pt x="1336080" y="2491901"/>
                  <a:pt x="1344018" y="2494580"/>
                  <a:pt x="1348383" y="2498946"/>
                </a:cubicBezTo>
                <a:cubicBezTo>
                  <a:pt x="1352749" y="2503312"/>
                  <a:pt x="1353840" y="2509662"/>
                  <a:pt x="1351657" y="2517996"/>
                </a:cubicBezTo>
                <a:cubicBezTo>
                  <a:pt x="1349474" y="2526330"/>
                  <a:pt x="1345009" y="2537641"/>
                  <a:pt x="1338262" y="2551929"/>
                </a:cubicBezTo>
                <a:lnTo>
                  <a:pt x="1166813" y="2866254"/>
                </a:lnTo>
                <a:lnTo>
                  <a:pt x="1349574" y="3204391"/>
                </a:lnTo>
                <a:cubicBezTo>
                  <a:pt x="1356717" y="3218282"/>
                  <a:pt x="1361381" y="3229395"/>
                  <a:pt x="1363563" y="3237729"/>
                </a:cubicBezTo>
                <a:cubicBezTo>
                  <a:pt x="1365746" y="3246063"/>
                  <a:pt x="1364456" y="3252413"/>
                  <a:pt x="1359694" y="3256779"/>
                </a:cubicBezTo>
                <a:cubicBezTo>
                  <a:pt x="1354931" y="3261144"/>
                  <a:pt x="1346299" y="3263923"/>
                  <a:pt x="1333798" y="3265113"/>
                </a:cubicBezTo>
                <a:cubicBezTo>
                  <a:pt x="1321296" y="3266304"/>
                  <a:pt x="1303933" y="3266899"/>
                  <a:pt x="1281708" y="3266899"/>
                </a:cubicBezTo>
                <a:cubicBezTo>
                  <a:pt x="1263055" y="3266899"/>
                  <a:pt x="1248370" y="3266502"/>
                  <a:pt x="1237655" y="3265708"/>
                </a:cubicBezTo>
                <a:cubicBezTo>
                  <a:pt x="1226940" y="3264915"/>
                  <a:pt x="1218506" y="3263625"/>
                  <a:pt x="1212354" y="3261839"/>
                </a:cubicBezTo>
                <a:cubicBezTo>
                  <a:pt x="1206202" y="3260053"/>
                  <a:pt x="1201738" y="3257572"/>
                  <a:pt x="1198959" y="3254398"/>
                </a:cubicBezTo>
                <a:cubicBezTo>
                  <a:pt x="1196181" y="3251223"/>
                  <a:pt x="1193800" y="3247254"/>
                  <a:pt x="1191816" y="3242491"/>
                </a:cubicBezTo>
                <a:lnTo>
                  <a:pt x="1047155" y="2964480"/>
                </a:lnTo>
                <a:lnTo>
                  <a:pt x="903089" y="3242491"/>
                </a:lnTo>
                <a:cubicBezTo>
                  <a:pt x="900708" y="3247254"/>
                  <a:pt x="898128" y="3251223"/>
                  <a:pt x="895350" y="3254398"/>
                </a:cubicBezTo>
                <a:cubicBezTo>
                  <a:pt x="892572" y="3257572"/>
                  <a:pt x="888107" y="3260053"/>
                  <a:pt x="881955" y="3261839"/>
                </a:cubicBezTo>
                <a:cubicBezTo>
                  <a:pt x="875804" y="3263625"/>
                  <a:pt x="867271" y="3264915"/>
                  <a:pt x="856357" y="3265708"/>
                </a:cubicBezTo>
                <a:cubicBezTo>
                  <a:pt x="845443" y="3266502"/>
                  <a:pt x="831056" y="3266899"/>
                  <a:pt x="813197" y="3266899"/>
                </a:cubicBezTo>
                <a:cubicBezTo>
                  <a:pt x="792560" y="3266899"/>
                  <a:pt x="776585" y="3266304"/>
                  <a:pt x="765274" y="3265113"/>
                </a:cubicBezTo>
                <a:cubicBezTo>
                  <a:pt x="753963" y="3263923"/>
                  <a:pt x="746323" y="3261144"/>
                  <a:pt x="742354" y="3256779"/>
                </a:cubicBezTo>
                <a:cubicBezTo>
                  <a:pt x="738386" y="3252413"/>
                  <a:pt x="737593" y="3246063"/>
                  <a:pt x="739974" y="3237729"/>
                </a:cubicBezTo>
                <a:cubicBezTo>
                  <a:pt x="742354" y="3229395"/>
                  <a:pt x="747316" y="3218282"/>
                  <a:pt x="754856" y="3204391"/>
                </a:cubicBezTo>
                <a:lnTo>
                  <a:pt x="939403" y="2868040"/>
                </a:lnTo>
                <a:lnTo>
                  <a:pt x="767953" y="2551929"/>
                </a:lnTo>
                <a:cubicBezTo>
                  <a:pt x="760809" y="2537641"/>
                  <a:pt x="755947" y="2526231"/>
                  <a:pt x="753368" y="2517698"/>
                </a:cubicBezTo>
                <a:cubicBezTo>
                  <a:pt x="750788" y="2509165"/>
                  <a:pt x="751781" y="2502815"/>
                  <a:pt x="756344" y="2498648"/>
                </a:cubicBezTo>
                <a:cubicBezTo>
                  <a:pt x="760909" y="2494481"/>
                  <a:pt x="769342" y="2491901"/>
                  <a:pt x="781645" y="2490909"/>
                </a:cubicBezTo>
                <a:cubicBezTo>
                  <a:pt x="793949" y="2489917"/>
                  <a:pt x="811411" y="2489421"/>
                  <a:pt x="834033" y="2489421"/>
                </a:cubicBezTo>
                <a:close/>
                <a:moveTo>
                  <a:pt x="78582" y="2489421"/>
                </a:moveTo>
                <a:cubicBezTo>
                  <a:pt x="93663" y="2489421"/>
                  <a:pt x="106165" y="2490016"/>
                  <a:pt x="116086" y="2491207"/>
                </a:cubicBezTo>
                <a:cubicBezTo>
                  <a:pt x="126008" y="2492398"/>
                  <a:pt x="133946" y="2493985"/>
                  <a:pt x="139899" y="2495970"/>
                </a:cubicBezTo>
                <a:cubicBezTo>
                  <a:pt x="145852" y="2497954"/>
                  <a:pt x="150118" y="2500533"/>
                  <a:pt x="152698" y="2503708"/>
                </a:cubicBezTo>
                <a:cubicBezTo>
                  <a:pt x="155277" y="2506883"/>
                  <a:pt x="156567" y="2510455"/>
                  <a:pt x="156567" y="2514424"/>
                </a:cubicBezTo>
                <a:lnTo>
                  <a:pt x="156567" y="2969243"/>
                </a:lnTo>
                <a:cubicBezTo>
                  <a:pt x="156567" y="2999802"/>
                  <a:pt x="160337" y="3026294"/>
                  <a:pt x="167878" y="3048717"/>
                </a:cubicBezTo>
                <a:cubicBezTo>
                  <a:pt x="175419" y="3071140"/>
                  <a:pt x="186233" y="3089694"/>
                  <a:pt x="200323" y="3104379"/>
                </a:cubicBezTo>
                <a:cubicBezTo>
                  <a:pt x="214412" y="3119063"/>
                  <a:pt x="231279" y="3130076"/>
                  <a:pt x="250925" y="3137419"/>
                </a:cubicBezTo>
                <a:cubicBezTo>
                  <a:pt x="270570" y="3144761"/>
                  <a:pt x="292497" y="3148432"/>
                  <a:pt x="316706" y="3148432"/>
                </a:cubicBezTo>
                <a:cubicBezTo>
                  <a:pt x="341313" y="3148432"/>
                  <a:pt x="363339" y="3144662"/>
                  <a:pt x="382786" y="3137121"/>
                </a:cubicBezTo>
                <a:cubicBezTo>
                  <a:pt x="402232" y="3129580"/>
                  <a:pt x="418703" y="3118567"/>
                  <a:pt x="432197" y="3104081"/>
                </a:cubicBezTo>
                <a:cubicBezTo>
                  <a:pt x="445691" y="3089595"/>
                  <a:pt x="456109" y="3071736"/>
                  <a:pt x="463450" y="3050503"/>
                </a:cubicBezTo>
                <a:cubicBezTo>
                  <a:pt x="470793" y="3029270"/>
                  <a:pt x="474465" y="3005160"/>
                  <a:pt x="474465" y="2978172"/>
                </a:cubicBezTo>
                <a:lnTo>
                  <a:pt x="474465" y="2514424"/>
                </a:lnTo>
                <a:cubicBezTo>
                  <a:pt x="474465" y="2510455"/>
                  <a:pt x="475655" y="2506883"/>
                  <a:pt x="478036" y="2503708"/>
                </a:cubicBezTo>
                <a:cubicBezTo>
                  <a:pt x="480417" y="2500533"/>
                  <a:pt x="484584" y="2497954"/>
                  <a:pt x="490538" y="2495970"/>
                </a:cubicBezTo>
                <a:cubicBezTo>
                  <a:pt x="496491" y="2493985"/>
                  <a:pt x="504527" y="2492398"/>
                  <a:pt x="514648" y="2491207"/>
                </a:cubicBezTo>
                <a:cubicBezTo>
                  <a:pt x="524768" y="2490016"/>
                  <a:pt x="537369" y="2489421"/>
                  <a:pt x="552450" y="2489421"/>
                </a:cubicBezTo>
                <a:cubicBezTo>
                  <a:pt x="567531" y="2489421"/>
                  <a:pt x="579934" y="2490016"/>
                  <a:pt x="589657" y="2491207"/>
                </a:cubicBezTo>
                <a:cubicBezTo>
                  <a:pt x="599381" y="2492398"/>
                  <a:pt x="607219" y="2493985"/>
                  <a:pt x="613172" y="2495970"/>
                </a:cubicBezTo>
                <a:cubicBezTo>
                  <a:pt x="619125" y="2497954"/>
                  <a:pt x="623293" y="2500533"/>
                  <a:pt x="625674" y="2503708"/>
                </a:cubicBezTo>
                <a:cubicBezTo>
                  <a:pt x="628055" y="2506883"/>
                  <a:pt x="629245" y="2510455"/>
                  <a:pt x="629245" y="2514424"/>
                </a:cubicBezTo>
                <a:lnTo>
                  <a:pt x="629245" y="2976387"/>
                </a:lnTo>
                <a:cubicBezTo>
                  <a:pt x="629245" y="3023615"/>
                  <a:pt x="622300" y="3065882"/>
                  <a:pt x="608409" y="3103188"/>
                </a:cubicBezTo>
                <a:cubicBezTo>
                  <a:pt x="594519" y="3140494"/>
                  <a:pt x="574080" y="3172046"/>
                  <a:pt x="547093" y="3197843"/>
                </a:cubicBezTo>
                <a:cubicBezTo>
                  <a:pt x="520105" y="3223640"/>
                  <a:pt x="486768" y="3243285"/>
                  <a:pt x="447080" y="3256779"/>
                </a:cubicBezTo>
                <a:cubicBezTo>
                  <a:pt x="407392" y="3270273"/>
                  <a:pt x="361752" y="3277019"/>
                  <a:pt x="310158" y="3277019"/>
                </a:cubicBezTo>
                <a:cubicBezTo>
                  <a:pt x="261739" y="3277019"/>
                  <a:pt x="218281" y="3270967"/>
                  <a:pt x="179785" y="3258862"/>
                </a:cubicBezTo>
                <a:cubicBezTo>
                  <a:pt x="141288" y="3246758"/>
                  <a:pt x="108744" y="3228402"/>
                  <a:pt x="82153" y="3203796"/>
                </a:cubicBezTo>
                <a:cubicBezTo>
                  <a:pt x="55563" y="3179190"/>
                  <a:pt x="35223" y="3148531"/>
                  <a:pt x="21134" y="3111820"/>
                </a:cubicBezTo>
                <a:cubicBezTo>
                  <a:pt x="7045" y="3075109"/>
                  <a:pt x="0" y="3032147"/>
                  <a:pt x="0" y="2982935"/>
                </a:cubicBezTo>
                <a:lnTo>
                  <a:pt x="0" y="2514424"/>
                </a:lnTo>
                <a:cubicBezTo>
                  <a:pt x="0" y="2510455"/>
                  <a:pt x="1191" y="2506883"/>
                  <a:pt x="3572" y="2503708"/>
                </a:cubicBezTo>
                <a:cubicBezTo>
                  <a:pt x="5953" y="2500533"/>
                  <a:pt x="10220" y="2497954"/>
                  <a:pt x="16371" y="2495970"/>
                </a:cubicBezTo>
                <a:cubicBezTo>
                  <a:pt x="22523" y="2493985"/>
                  <a:pt x="30560" y="2492398"/>
                  <a:pt x="40481" y="2491207"/>
                </a:cubicBezTo>
                <a:cubicBezTo>
                  <a:pt x="50403" y="2490016"/>
                  <a:pt x="63103" y="2489421"/>
                  <a:pt x="78582" y="2489421"/>
                </a:cubicBezTo>
                <a:close/>
                <a:moveTo>
                  <a:pt x="3677245" y="2454893"/>
                </a:moveTo>
                <a:cubicBezTo>
                  <a:pt x="3710582" y="2454893"/>
                  <a:pt x="3733204" y="2460548"/>
                  <a:pt x="3745111" y="2471859"/>
                </a:cubicBezTo>
                <a:cubicBezTo>
                  <a:pt x="3757017" y="2483170"/>
                  <a:pt x="3762970" y="2503312"/>
                  <a:pt x="3762970" y="2532284"/>
                </a:cubicBezTo>
                <a:cubicBezTo>
                  <a:pt x="3762970" y="2562446"/>
                  <a:pt x="3756818" y="2583282"/>
                  <a:pt x="3744515" y="2594791"/>
                </a:cubicBezTo>
                <a:cubicBezTo>
                  <a:pt x="3732212" y="2606301"/>
                  <a:pt x="3709392" y="2612055"/>
                  <a:pt x="3676054" y="2612055"/>
                </a:cubicBezTo>
                <a:cubicBezTo>
                  <a:pt x="3642320" y="2612055"/>
                  <a:pt x="3619599" y="2606499"/>
                  <a:pt x="3607891" y="2595387"/>
                </a:cubicBezTo>
                <a:cubicBezTo>
                  <a:pt x="3596183" y="2584274"/>
                  <a:pt x="3590329" y="2564232"/>
                  <a:pt x="3590329" y="2535260"/>
                </a:cubicBezTo>
                <a:cubicBezTo>
                  <a:pt x="3590329" y="2505097"/>
                  <a:pt x="3596382" y="2484162"/>
                  <a:pt x="3608486" y="2472454"/>
                </a:cubicBezTo>
                <a:cubicBezTo>
                  <a:pt x="3620591" y="2460747"/>
                  <a:pt x="3643510" y="2454893"/>
                  <a:pt x="3677245" y="2454893"/>
                </a:cubicBezTo>
                <a:close/>
                <a:moveTo>
                  <a:pt x="6238306" y="0"/>
                </a:moveTo>
                <a:lnTo>
                  <a:pt x="7956493" y="0"/>
                </a:lnTo>
                <a:lnTo>
                  <a:pt x="7728899" y="2725267"/>
                </a:lnTo>
                <a:lnTo>
                  <a:pt x="7690841" y="2759395"/>
                </a:lnTo>
                <a:cubicBezTo>
                  <a:pt x="7667427" y="2785787"/>
                  <a:pt x="7649567" y="2817934"/>
                  <a:pt x="7637263" y="2855836"/>
                </a:cubicBezTo>
                <a:cubicBezTo>
                  <a:pt x="7624961" y="2893738"/>
                  <a:pt x="7618809" y="2936302"/>
                  <a:pt x="7618809" y="2983530"/>
                </a:cubicBezTo>
                <a:cubicBezTo>
                  <a:pt x="7618809" y="3033140"/>
                  <a:pt x="7624663" y="3076399"/>
                  <a:pt x="7636371" y="3113309"/>
                </a:cubicBezTo>
                <a:cubicBezTo>
                  <a:pt x="7642225" y="3131763"/>
                  <a:pt x="7649592" y="3148630"/>
                  <a:pt x="7658472" y="3163910"/>
                </a:cubicBezTo>
                <a:lnTo>
                  <a:pt x="7688917" y="3204020"/>
                </a:lnTo>
                <a:lnTo>
                  <a:pt x="7383764" y="6858000"/>
                </a:lnTo>
                <a:lnTo>
                  <a:pt x="5665577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D78C1-F565-EE1F-8BDF-48C38B2216D4}"/>
              </a:ext>
            </a:extLst>
          </p:cNvPr>
          <p:cNvSpPr txBox="1"/>
          <p:nvPr/>
        </p:nvSpPr>
        <p:spPr>
          <a:xfrm>
            <a:off x="508981" y="5435600"/>
            <a:ext cx="2255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Priyanka Kolte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Diksha </a:t>
            </a:r>
            <a:r>
              <a:rPr lang="en-IN" b="1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Kenjale</a:t>
            </a:r>
            <a:endParaRPr lang="en-IN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7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is may contain: a black background with squares and lines">
            <a:extLst>
              <a:ext uri="{FF2B5EF4-FFF2-40B4-BE49-F238E27FC236}">
                <a16:creationId xmlns:a16="http://schemas.microsoft.com/office/drawing/2014/main" id="{8E838A4F-2CEB-F552-CAE7-5BA344ECB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5486" y="-93081"/>
            <a:ext cx="12387486" cy="696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35DBE3B-0A12-8894-420D-027F87EE3F57}"/>
              </a:ext>
            </a:extLst>
          </p:cNvPr>
          <p:cNvGrpSpPr/>
          <p:nvPr/>
        </p:nvGrpSpPr>
        <p:grpSpPr>
          <a:xfrm>
            <a:off x="5266793" y="-160597"/>
            <a:ext cx="7014259" cy="7018597"/>
            <a:chOff x="5266793" y="-160597"/>
            <a:chExt cx="7014259" cy="7018597"/>
          </a:xfrm>
          <a:blipFill>
            <a:blip r:embed="rId3"/>
            <a:stretch>
              <a:fillRect/>
            </a:stretch>
          </a:blipFill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9939FE1-5015-A4D0-A62E-31AF3DA80E1E}"/>
                </a:ext>
              </a:extLst>
            </p:cNvPr>
            <p:cNvSpPr/>
            <p:nvPr/>
          </p:nvSpPr>
          <p:spPr>
            <a:xfrm>
              <a:off x="5266793" y="2963118"/>
              <a:ext cx="7014259" cy="3894882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0D6A7E2-A37A-FC81-C699-5FE87803E6C3}"/>
                </a:ext>
              </a:extLst>
            </p:cNvPr>
            <p:cNvSpPr/>
            <p:nvPr/>
          </p:nvSpPr>
          <p:spPr>
            <a:xfrm rot="16200000">
              <a:off x="7613084" y="1497793"/>
              <a:ext cx="6237306" cy="2920526"/>
            </a:xfrm>
            <a:prstGeom prst="triangle">
              <a:avLst>
                <a:gd name="adj" fmla="val 5132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A4AF66B9-5633-ED41-2788-B3EDBCBEC2A0}"/>
                </a:ext>
              </a:extLst>
            </p:cNvPr>
            <p:cNvSpPr/>
            <p:nvPr/>
          </p:nvSpPr>
          <p:spPr>
            <a:xfrm rot="10800000">
              <a:off x="5266793" y="-93080"/>
              <a:ext cx="6401032" cy="3094298"/>
            </a:xfrm>
            <a:prstGeom prst="triangle">
              <a:avLst>
                <a:gd name="adj" fmla="val 54701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3C6D916-6124-2394-E420-718726C38E85}"/>
              </a:ext>
            </a:extLst>
          </p:cNvPr>
          <p:cNvSpPr txBox="1"/>
          <p:nvPr/>
        </p:nvSpPr>
        <p:spPr>
          <a:xfrm>
            <a:off x="-195486" y="392240"/>
            <a:ext cx="6449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UX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59BCEA-2EA8-AC60-6B98-AEA506142136}"/>
              </a:ext>
            </a:extLst>
          </p:cNvPr>
          <p:cNvSpPr txBox="1"/>
          <p:nvPr/>
        </p:nvSpPr>
        <p:spPr>
          <a:xfrm>
            <a:off x="83828" y="1585446"/>
            <a:ext cx="724294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What is UX?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User Experience (UX) design is the process of creating meaningful and smooth interactions between users and digital products.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It focuses on understanding user needs, solving real problems, and improving usability.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The goal of UX design is to make products useful, accessible, and enjoyable.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77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is may contain: a black background with squares and lines">
            <a:extLst>
              <a:ext uri="{FF2B5EF4-FFF2-40B4-BE49-F238E27FC236}">
                <a16:creationId xmlns:a16="http://schemas.microsoft.com/office/drawing/2014/main" id="{80C9AEA5-D7D3-3CC9-ED55-596DF036B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597" y="0"/>
            <a:ext cx="1228459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028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kolte</dc:creator>
  <cp:lastModifiedBy>shubham kolte</cp:lastModifiedBy>
  <cp:revision>1</cp:revision>
  <dcterms:created xsi:type="dcterms:W3CDTF">2026-02-26T18:44:30Z</dcterms:created>
  <dcterms:modified xsi:type="dcterms:W3CDTF">2026-02-26T18:44:30Z</dcterms:modified>
</cp:coreProperties>
</file>